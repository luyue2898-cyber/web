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7" r:id="rId5"/>
    <p:sldId id="258" r:id="rId7"/>
    <p:sldId id="259" r:id="rId8"/>
    <p:sldId id="260" r:id="rId9"/>
    <p:sldId id="261" r:id="rId10"/>
    <p:sldId id="262" r:id="rId11"/>
    <p:sldId id="263" r:id="rId12"/>
    <p:sldId id="264" r:id="rId13"/>
    <p:sldId id="265" r:id="rId14"/>
    <p:sldId id="266" r:id="rId15"/>
    <p:sldId id="269" r:id="rId16"/>
    <p:sldId id="268" r:id="rId17"/>
  </p:sldIdLst>
  <p:sldSz cx="12192000" cy="6858000" type="screen16x9"/>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96"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96"/>
        <p:guide pos="2872"/>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73" name=""/>
        <p:cNvGrpSpPr/>
        <p:nvPr/>
      </p:nvGrpSpPr>
      <p:grpSpPr>
        <a:xfrm>
          <a:off x="0" y="0"/>
          <a:ext cx="0" cy="0"/>
          <a:chOff x="0" y="0"/>
          <a:chExt cx="0" cy="0"/>
        </a:xfrm>
      </p:grpSpPr>
      <p:sp>
        <p:nvSpPr>
          <p:cNvPr id="104882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104882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1048828"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a:endParaRPr lang="cs-CZ"/>
          </a:p>
        </p:txBody>
      </p:sp>
      <p:sp>
        <p:nvSpPr>
          <p:cNvPr id="104882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104883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104883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8" name=""/>
        <p:cNvGrpSpPr/>
        <p:nvPr/>
      </p:nvGrpSpPr>
      <p:grpSpPr>
        <a:xfrm>
          <a:off x="0" y="0"/>
          <a:ext cx="0" cy="0"/>
          <a:chOff x="0" y="0"/>
          <a:chExt cx="0" cy="0"/>
        </a:xfrm>
      </p:grpSpPr>
      <p:sp>
        <p:nvSpPr>
          <p:cNvPr id="1048581"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582"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583"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584"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My name is [Your Name]. Today, I'm going to introduce a very useful tool for our web development course: Sourcetree. It's a visual Git client that makes managing our code much easier. Let's get started.</a:t>
            </a:r>
            <a:endParaRPr lang="en-US" sz="1400" b="0" i="0" u="none" strike="noStrike">
              <a:solidFill>
                <a:srgbClr val="000000"/>
              </a:solidFill>
            </a:endParaRPr>
          </a:p>
        </p:txBody>
      </p:sp>
      <p:sp>
        <p:nvSpPr>
          <p:cNvPr id="1048585"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586"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8"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609"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610"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611"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I will show my presentation outline. I will introduce what Sourcetree is, why we use it, its core functions, standard workflow, pros and cons, and a simple summary.</a:t>
            </a:r>
            <a:endParaRPr lang="en-US" sz="1400" b="0" i="0" u="none" strike="noStrike">
              <a:solidFill>
                <a:srgbClr val="000000"/>
              </a:solidFill>
            </a:endParaRPr>
          </a:p>
        </p:txBody>
      </p:sp>
      <p:sp>
        <p:nvSpPr>
          <p:cNvPr id="1048612"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613"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62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62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628"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62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So, what exactly is Sourcetree? Simply put, it's a free tool that gives you a graphical interface for Git. Instead of typing complicated commands in the terminal, you can see everything visually. It's like having a map for your code. It's free to use, and works on both Windows and Mac computers.</a:t>
            </a:r>
            <a:endParaRPr lang="en-US" sz="1400" b="0" i="0" u="none" strike="noStrike">
              <a:solidFill>
                <a:srgbClr val="000000"/>
              </a:solidFill>
            </a:endParaRPr>
          </a:p>
        </p:txBody>
      </p:sp>
      <p:sp>
        <p:nvSpPr>
          <p:cNvPr id="104863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63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647"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648"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649"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650"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Why should we use Sourcetree? The main reason is that it makes Git much easier, especially for those of us who are new to it. You don't need to remember difficult commands. You can just click buttons to do everything. The visual history shows you exactly what's happening with your code branches, which is very helpful.</a:t>
            </a:r>
            <a:endParaRPr lang="en-US" sz="1400" b="0" i="0" u="none" strike="noStrike">
              <a:solidFill>
                <a:srgbClr val="000000"/>
              </a:solidFill>
            </a:endParaRPr>
          </a:p>
        </p:txBody>
      </p:sp>
      <p:sp>
        <p:nvSpPr>
          <p:cNvPr id="1048651"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652"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63"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664"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665"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666"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look at the first core feature: Clone. Cloning means downloading a copy of a project from an online server, like GitHub, to your own computer. It's very simple. Just click Clone, paste the project's URL, choose where to save it, and click Clone again. Now you have the project on your PC and can start working on it.</a:t>
            </a:r>
            <a:endParaRPr lang="en-US" sz="1400" b="0" i="0" u="none" strike="noStrike">
              <a:solidFill>
                <a:srgbClr val="000000"/>
              </a:solidFill>
            </a:endParaRPr>
          </a:p>
        </p:txBody>
      </p:sp>
      <p:sp>
        <p:nvSpPr>
          <p:cNvPr id="1048667"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668"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7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67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678"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67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second important feature is Commit. When you finish editing your code, you need to save those changes. That's what Commit does. You select the files you've changed, write a short note about what you did, and click Commit. This saves a snapshot of your work on your computer.</a:t>
            </a:r>
            <a:endParaRPr lang="en-US" sz="1400" b="0" i="0" u="none" strike="noStrike">
              <a:solidFill>
                <a:srgbClr val="000000"/>
              </a:solidFill>
            </a:endParaRPr>
          </a:p>
        </p:txBody>
      </p:sp>
      <p:sp>
        <p:nvSpPr>
          <p:cNvPr id="104868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68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90"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691"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692"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693"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Next, we have Push and Pull. Push is how you upload your committed changes back to the online server, like GitHub. This is how you submit your homework. Pull is the opposite: it downloads the latest code from the server to your computer, so you have the newest version. Always remember to Pull before you Push!</a:t>
            </a:r>
            <a:endParaRPr lang="en-US" sz="1400" b="0" i="0" u="none" strike="noStrike">
              <a:solidFill>
                <a:srgbClr val="000000"/>
              </a:solidFill>
            </a:endParaRPr>
          </a:p>
        </p:txBody>
      </p:sp>
      <p:sp>
        <p:nvSpPr>
          <p:cNvPr id="1048694"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695"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710"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711"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712"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713"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Branches are a very powerful feature in Git. A branch is like a separate copy of your project where you can work on new features or fix bugs without messing up the main code. Creating a branch in Sourcetree is easy. Just click the Branch button, give it a name, and you're ready to work in your own safe space.</a:t>
            </a:r>
            <a:endParaRPr lang="en-US" sz="1400" b="0" i="0" u="none" strike="noStrike">
              <a:solidFill>
                <a:srgbClr val="000000"/>
              </a:solidFill>
            </a:endParaRPr>
          </a:p>
        </p:txBody>
      </p:sp>
      <p:sp>
        <p:nvSpPr>
          <p:cNvPr id="1048714"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715"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731"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732"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733"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734"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is the standard workflow you will use for our web homework. First, clone the project. Then create a new branch for your work. Commit your changes often. When you're done, push your branch to submit. For group projects, you'll create a Pull Request to share your work with the team. This is a very important process to learn.</a:t>
            </a:r>
            <a:endParaRPr lang="en-US" sz="1400" b="0" i="0" u="none" strike="noStrike">
              <a:solidFill>
                <a:srgbClr val="000000"/>
              </a:solidFill>
            </a:endParaRPr>
          </a:p>
        </p:txBody>
      </p:sp>
      <p:sp>
        <p:nvSpPr>
          <p:cNvPr id="1048735"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736"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4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74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748"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74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Like any tool, Sourcetree has its pros and cons. The biggest advantages are its visual interface, which is great for beginners, and it's completely free. It also works well with other tools from Atlassian, like Bitbucket. The main disadvantages are that it can be slow with very big projects and it's not available for Linux. But for our course, the pros definitely outweigh the cons.</a:t>
            </a:r>
            <a:endParaRPr lang="en-US" sz="1400" b="0" i="0" u="none" strike="noStrike">
              <a:solidFill>
                <a:srgbClr val="000000"/>
              </a:solidFill>
            </a:endParaRPr>
          </a:p>
        </p:txBody>
      </p:sp>
      <p:sp>
        <p:nvSpPr>
          <p:cNvPr id="104875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75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4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74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748"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74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Like any tool, Sourcetree has its pros and cons. The biggest advantages are its visual interface, which is great for beginners, and it's completely free. It also works well with other tools from Atlassian, like Bitbucket. The main disadvantages are that it can be slow with very big projects and it's not available for Linux. But for our course, the pros definitely outweigh the cons.</a:t>
            </a:r>
            <a:endParaRPr lang="en-US" sz="1400" b="0" i="0" u="none" strike="noStrike">
              <a:solidFill>
                <a:srgbClr val="000000"/>
              </a:solidFill>
            </a:endParaRPr>
          </a:p>
        </p:txBody>
      </p:sp>
      <p:sp>
        <p:nvSpPr>
          <p:cNvPr id="104875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75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757"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1048758"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1048759"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p/>
        </p:txBody>
      </p:sp>
      <p:sp>
        <p:nvSpPr>
          <p:cNvPr id="1048760"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That's the end of my presentation. Thank you for listening. I hope this introduction to Sourcetree was helpful. Now, I'd be happy to answer any questions you might have about Sourcetree or Git workflows.</a:t>
            </a:r>
            <a:endParaRPr lang="en-US" sz="1400" b="0" i="0" u="none" strike="noStrike">
              <a:solidFill>
                <a:srgbClr val="000000"/>
              </a:solidFill>
            </a:endParaRPr>
          </a:p>
        </p:txBody>
      </p:sp>
      <p:sp>
        <p:nvSpPr>
          <p:cNvPr id="1048761"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1048762"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62" name="Shape 11"/>
        <p:cNvGrpSpPr/>
        <p:nvPr/>
      </p:nvGrpSpPr>
      <p:grpSpPr>
        <a:xfrm>
          <a:off x="0" y="0"/>
          <a:ext cx="0" cy="0"/>
          <a:chOff x="0" y="0"/>
          <a:chExt cx="0" cy="0"/>
        </a:xfrm>
      </p:grpSpPr>
      <p:sp>
        <p:nvSpPr>
          <p:cNvPr id="1048768"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769"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048770"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71"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72"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65" name="Shape 17"/>
        <p:cNvGrpSpPr/>
        <p:nvPr/>
      </p:nvGrpSpPr>
      <p:grpSpPr>
        <a:xfrm>
          <a:off x="0" y="0"/>
          <a:ext cx="0" cy="0"/>
          <a:chOff x="0" y="0"/>
          <a:chExt cx="0" cy="0"/>
        </a:xfrm>
      </p:grpSpPr>
      <p:sp>
        <p:nvSpPr>
          <p:cNvPr id="1048782"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783"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lvl1pPr>
            <a:lvl2pPr marL="914400" lvl="1" indent="-317500" algn="l">
              <a:lnSpc>
                <a:spcPct val="90000"/>
              </a:lnSpc>
              <a:spcBef>
                <a:spcPts val="400"/>
              </a:spcBef>
              <a:spcAft>
                <a:spcPts val="0"/>
              </a:spcAft>
              <a:buClr>
                <a:schemeClr val="dk1"/>
              </a:buClr>
              <a:buSzPts val="1400"/>
              <a:buChar char="•"/>
            </a:lvl2pPr>
            <a:lvl3pPr marL="1371600" lvl="2" indent="-317500" algn="l">
              <a:lnSpc>
                <a:spcPct val="90000"/>
              </a:lnSpc>
              <a:spcBef>
                <a:spcPts val="400"/>
              </a:spcBef>
              <a:spcAft>
                <a:spcPts val="0"/>
              </a:spcAft>
              <a:buClr>
                <a:schemeClr val="dk1"/>
              </a:buClr>
              <a:buSzPts val="1400"/>
              <a:buChar char="•"/>
            </a:lvl3pPr>
            <a:lvl4pPr marL="1828800" lvl="3" indent="-317500" algn="l">
              <a:lnSpc>
                <a:spcPct val="90000"/>
              </a:lnSpc>
              <a:spcBef>
                <a:spcPts val="400"/>
              </a:spcBef>
              <a:spcAft>
                <a:spcPts val="0"/>
              </a:spcAft>
              <a:buClr>
                <a:schemeClr val="dk1"/>
              </a:buClr>
              <a:buSzPts val="1400"/>
              <a:buChar char="•"/>
            </a:lvl4pPr>
            <a:lvl5pPr marL="2286000" lvl="4" indent="-317500" algn="l">
              <a:lnSpc>
                <a:spcPct val="90000"/>
              </a:lnSpc>
              <a:spcBef>
                <a:spcPts val="400"/>
              </a:spcBef>
              <a:spcAft>
                <a:spcPts val="0"/>
              </a:spcAft>
              <a:buClr>
                <a:schemeClr val="dk1"/>
              </a:buClr>
              <a:buSzPts val="1400"/>
              <a:buChar char="•"/>
            </a:lvl5pPr>
            <a:lvl6pPr marL="2743200" lvl="5" indent="-317500" algn="l">
              <a:lnSpc>
                <a:spcPct val="90000"/>
              </a:lnSpc>
              <a:spcBef>
                <a:spcPts val="400"/>
              </a:spcBef>
              <a:spcAft>
                <a:spcPts val="0"/>
              </a:spcAft>
              <a:buClr>
                <a:schemeClr val="dk1"/>
              </a:buClr>
              <a:buSzPts val="1400"/>
              <a:buChar char="•"/>
            </a:lvl6pPr>
            <a:lvl7pPr marL="3200400" lvl="6" indent="-317500" algn="l">
              <a:lnSpc>
                <a:spcPct val="90000"/>
              </a:lnSpc>
              <a:spcBef>
                <a:spcPts val="400"/>
              </a:spcBef>
              <a:spcAft>
                <a:spcPts val="0"/>
              </a:spcAft>
              <a:buClr>
                <a:schemeClr val="dk1"/>
              </a:buClr>
              <a:buSzPts val="1400"/>
              <a:buChar char="•"/>
            </a:lvl7pPr>
            <a:lvl8pPr marL="3657600" lvl="7" indent="-317500" algn="l">
              <a:lnSpc>
                <a:spcPct val="90000"/>
              </a:lnSpc>
              <a:spcBef>
                <a:spcPts val="400"/>
              </a:spcBef>
              <a:spcAft>
                <a:spcPts val="0"/>
              </a:spcAft>
              <a:buClr>
                <a:schemeClr val="dk1"/>
              </a:buClr>
              <a:buSzPts val="1400"/>
              <a:buChar char="•"/>
            </a:lvl8pPr>
            <a:lvl9pPr marL="4114800" lvl="8" indent="-317500" algn="l">
              <a:lnSpc>
                <a:spcPct val="90000"/>
              </a:lnSpc>
              <a:spcBef>
                <a:spcPts val="400"/>
              </a:spcBef>
              <a:spcAft>
                <a:spcPts val="0"/>
              </a:spcAft>
              <a:buClr>
                <a:schemeClr val="dk1"/>
              </a:buClr>
              <a:buSzPts val="1400"/>
              <a:buChar char="•"/>
            </a:lvl9pPr>
          </a:lstStyle>
          <a:p/>
        </p:txBody>
      </p:sp>
      <p:sp>
        <p:nvSpPr>
          <p:cNvPr id="1048784"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85"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86"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68" name="Shape 23"/>
        <p:cNvGrpSpPr/>
        <p:nvPr/>
      </p:nvGrpSpPr>
      <p:grpSpPr>
        <a:xfrm>
          <a:off x="0" y="0"/>
          <a:ext cx="0" cy="0"/>
          <a:chOff x="0" y="0"/>
          <a:chExt cx="0" cy="0"/>
        </a:xfrm>
      </p:grpSpPr>
      <p:sp>
        <p:nvSpPr>
          <p:cNvPr id="1048798"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799"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1048800"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01"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02"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69" name="Shape 29"/>
        <p:cNvGrpSpPr/>
        <p:nvPr/>
      </p:nvGrpSpPr>
      <p:grpSpPr>
        <a:xfrm>
          <a:off x="0" y="0"/>
          <a:ext cx="0" cy="0"/>
          <a:chOff x="0" y="0"/>
          <a:chExt cx="0" cy="0"/>
        </a:xfrm>
      </p:grpSpPr>
      <p:sp>
        <p:nvSpPr>
          <p:cNvPr id="1048803"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04"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lvl1pPr>
            <a:lvl2pPr marL="914400" lvl="1" indent="-317500" algn="l">
              <a:lnSpc>
                <a:spcPct val="90000"/>
              </a:lnSpc>
              <a:spcBef>
                <a:spcPts val="400"/>
              </a:spcBef>
              <a:spcAft>
                <a:spcPts val="0"/>
              </a:spcAft>
              <a:buClr>
                <a:schemeClr val="dk1"/>
              </a:buClr>
              <a:buSzPts val="1400"/>
              <a:buChar char="•"/>
            </a:lvl2pPr>
            <a:lvl3pPr marL="1371600" lvl="2" indent="-317500" algn="l">
              <a:lnSpc>
                <a:spcPct val="90000"/>
              </a:lnSpc>
              <a:spcBef>
                <a:spcPts val="400"/>
              </a:spcBef>
              <a:spcAft>
                <a:spcPts val="0"/>
              </a:spcAft>
              <a:buClr>
                <a:schemeClr val="dk1"/>
              </a:buClr>
              <a:buSzPts val="1400"/>
              <a:buChar char="•"/>
            </a:lvl3pPr>
            <a:lvl4pPr marL="1828800" lvl="3" indent="-317500" algn="l">
              <a:lnSpc>
                <a:spcPct val="90000"/>
              </a:lnSpc>
              <a:spcBef>
                <a:spcPts val="400"/>
              </a:spcBef>
              <a:spcAft>
                <a:spcPts val="0"/>
              </a:spcAft>
              <a:buClr>
                <a:schemeClr val="dk1"/>
              </a:buClr>
              <a:buSzPts val="1400"/>
              <a:buChar char="•"/>
            </a:lvl4pPr>
            <a:lvl5pPr marL="2286000" lvl="4" indent="-317500" algn="l">
              <a:lnSpc>
                <a:spcPct val="90000"/>
              </a:lnSpc>
              <a:spcBef>
                <a:spcPts val="400"/>
              </a:spcBef>
              <a:spcAft>
                <a:spcPts val="0"/>
              </a:spcAft>
              <a:buClr>
                <a:schemeClr val="dk1"/>
              </a:buClr>
              <a:buSzPts val="1400"/>
              <a:buChar char="•"/>
            </a:lvl5pPr>
            <a:lvl6pPr marL="2743200" lvl="5" indent="-317500" algn="l">
              <a:lnSpc>
                <a:spcPct val="90000"/>
              </a:lnSpc>
              <a:spcBef>
                <a:spcPts val="400"/>
              </a:spcBef>
              <a:spcAft>
                <a:spcPts val="0"/>
              </a:spcAft>
              <a:buClr>
                <a:schemeClr val="dk1"/>
              </a:buClr>
              <a:buSzPts val="1400"/>
              <a:buChar char="•"/>
            </a:lvl6pPr>
            <a:lvl7pPr marL="3200400" lvl="6" indent="-317500" algn="l">
              <a:lnSpc>
                <a:spcPct val="90000"/>
              </a:lnSpc>
              <a:spcBef>
                <a:spcPts val="400"/>
              </a:spcBef>
              <a:spcAft>
                <a:spcPts val="0"/>
              </a:spcAft>
              <a:buClr>
                <a:schemeClr val="dk1"/>
              </a:buClr>
              <a:buSzPts val="1400"/>
              <a:buChar char="•"/>
            </a:lvl7pPr>
            <a:lvl8pPr marL="3657600" lvl="7" indent="-317500" algn="l">
              <a:lnSpc>
                <a:spcPct val="90000"/>
              </a:lnSpc>
              <a:spcBef>
                <a:spcPts val="400"/>
              </a:spcBef>
              <a:spcAft>
                <a:spcPts val="0"/>
              </a:spcAft>
              <a:buClr>
                <a:schemeClr val="dk1"/>
              </a:buClr>
              <a:buSzPts val="1400"/>
              <a:buChar char="•"/>
            </a:lvl8pPr>
            <a:lvl9pPr marL="4114800" lvl="8" indent="-317500" algn="l">
              <a:lnSpc>
                <a:spcPct val="90000"/>
              </a:lnSpc>
              <a:spcBef>
                <a:spcPts val="400"/>
              </a:spcBef>
              <a:spcAft>
                <a:spcPts val="0"/>
              </a:spcAft>
              <a:buClr>
                <a:schemeClr val="dk1"/>
              </a:buClr>
              <a:buSzPts val="1400"/>
              <a:buChar char="•"/>
            </a:lvl9pPr>
          </a:lstStyle>
          <a:p/>
        </p:txBody>
      </p:sp>
      <p:sp>
        <p:nvSpPr>
          <p:cNvPr id="1048805"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lvl1pPr>
            <a:lvl2pPr marL="914400" lvl="1" indent="-317500" algn="l">
              <a:lnSpc>
                <a:spcPct val="90000"/>
              </a:lnSpc>
              <a:spcBef>
                <a:spcPts val="400"/>
              </a:spcBef>
              <a:spcAft>
                <a:spcPts val="0"/>
              </a:spcAft>
              <a:buClr>
                <a:schemeClr val="dk1"/>
              </a:buClr>
              <a:buSzPts val="1400"/>
              <a:buChar char="•"/>
            </a:lvl2pPr>
            <a:lvl3pPr marL="1371600" lvl="2" indent="-317500" algn="l">
              <a:lnSpc>
                <a:spcPct val="90000"/>
              </a:lnSpc>
              <a:spcBef>
                <a:spcPts val="400"/>
              </a:spcBef>
              <a:spcAft>
                <a:spcPts val="0"/>
              </a:spcAft>
              <a:buClr>
                <a:schemeClr val="dk1"/>
              </a:buClr>
              <a:buSzPts val="1400"/>
              <a:buChar char="•"/>
            </a:lvl3pPr>
            <a:lvl4pPr marL="1828800" lvl="3" indent="-317500" algn="l">
              <a:lnSpc>
                <a:spcPct val="90000"/>
              </a:lnSpc>
              <a:spcBef>
                <a:spcPts val="400"/>
              </a:spcBef>
              <a:spcAft>
                <a:spcPts val="0"/>
              </a:spcAft>
              <a:buClr>
                <a:schemeClr val="dk1"/>
              </a:buClr>
              <a:buSzPts val="1400"/>
              <a:buChar char="•"/>
            </a:lvl4pPr>
            <a:lvl5pPr marL="2286000" lvl="4" indent="-317500" algn="l">
              <a:lnSpc>
                <a:spcPct val="90000"/>
              </a:lnSpc>
              <a:spcBef>
                <a:spcPts val="400"/>
              </a:spcBef>
              <a:spcAft>
                <a:spcPts val="0"/>
              </a:spcAft>
              <a:buClr>
                <a:schemeClr val="dk1"/>
              </a:buClr>
              <a:buSzPts val="1400"/>
              <a:buChar char="•"/>
            </a:lvl5pPr>
            <a:lvl6pPr marL="2743200" lvl="5" indent="-317500" algn="l">
              <a:lnSpc>
                <a:spcPct val="90000"/>
              </a:lnSpc>
              <a:spcBef>
                <a:spcPts val="400"/>
              </a:spcBef>
              <a:spcAft>
                <a:spcPts val="0"/>
              </a:spcAft>
              <a:buClr>
                <a:schemeClr val="dk1"/>
              </a:buClr>
              <a:buSzPts val="1400"/>
              <a:buChar char="•"/>
            </a:lvl6pPr>
            <a:lvl7pPr marL="3200400" lvl="6" indent="-317500" algn="l">
              <a:lnSpc>
                <a:spcPct val="90000"/>
              </a:lnSpc>
              <a:spcBef>
                <a:spcPts val="400"/>
              </a:spcBef>
              <a:spcAft>
                <a:spcPts val="0"/>
              </a:spcAft>
              <a:buClr>
                <a:schemeClr val="dk1"/>
              </a:buClr>
              <a:buSzPts val="1400"/>
              <a:buChar char="•"/>
            </a:lvl7pPr>
            <a:lvl8pPr marL="3657600" lvl="7" indent="-317500" algn="l">
              <a:lnSpc>
                <a:spcPct val="90000"/>
              </a:lnSpc>
              <a:spcBef>
                <a:spcPts val="400"/>
              </a:spcBef>
              <a:spcAft>
                <a:spcPts val="0"/>
              </a:spcAft>
              <a:buClr>
                <a:schemeClr val="dk1"/>
              </a:buClr>
              <a:buSzPts val="1400"/>
              <a:buChar char="•"/>
            </a:lvl8pPr>
            <a:lvl9pPr marL="4114800" lvl="8" indent="-317500" algn="l">
              <a:lnSpc>
                <a:spcPct val="90000"/>
              </a:lnSpc>
              <a:spcBef>
                <a:spcPts val="400"/>
              </a:spcBef>
              <a:spcAft>
                <a:spcPts val="0"/>
              </a:spcAft>
              <a:buClr>
                <a:schemeClr val="dk1"/>
              </a:buClr>
              <a:buSzPts val="1400"/>
              <a:buChar char="•"/>
            </a:lvl9pPr>
          </a:lstStyle>
          <a:p/>
        </p:txBody>
      </p:sp>
      <p:sp>
        <p:nvSpPr>
          <p:cNvPr id="1048806"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07"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08"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70" name="Shape 36"/>
        <p:cNvGrpSpPr/>
        <p:nvPr/>
      </p:nvGrpSpPr>
      <p:grpSpPr>
        <a:xfrm>
          <a:off x="0" y="0"/>
          <a:ext cx="0" cy="0"/>
          <a:chOff x="0" y="0"/>
          <a:chExt cx="0" cy="0"/>
        </a:xfrm>
      </p:grpSpPr>
      <p:sp>
        <p:nvSpPr>
          <p:cNvPr id="1048809"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10"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1048811"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lvl1pPr>
            <a:lvl2pPr marL="914400" lvl="1" indent="-317500" algn="l">
              <a:lnSpc>
                <a:spcPct val="90000"/>
              </a:lnSpc>
              <a:spcBef>
                <a:spcPts val="400"/>
              </a:spcBef>
              <a:spcAft>
                <a:spcPts val="0"/>
              </a:spcAft>
              <a:buClr>
                <a:schemeClr val="dk1"/>
              </a:buClr>
              <a:buSzPts val="1400"/>
              <a:buChar char="•"/>
            </a:lvl2pPr>
            <a:lvl3pPr marL="1371600" lvl="2" indent="-317500" algn="l">
              <a:lnSpc>
                <a:spcPct val="90000"/>
              </a:lnSpc>
              <a:spcBef>
                <a:spcPts val="400"/>
              </a:spcBef>
              <a:spcAft>
                <a:spcPts val="0"/>
              </a:spcAft>
              <a:buClr>
                <a:schemeClr val="dk1"/>
              </a:buClr>
              <a:buSzPts val="1400"/>
              <a:buChar char="•"/>
            </a:lvl3pPr>
            <a:lvl4pPr marL="1828800" lvl="3" indent="-317500" algn="l">
              <a:lnSpc>
                <a:spcPct val="90000"/>
              </a:lnSpc>
              <a:spcBef>
                <a:spcPts val="400"/>
              </a:spcBef>
              <a:spcAft>
                <a:spcPts val="0"/>
              </a:spcAft>
              <a:buClr>
                <a:schemeClr val="dk1"/>
              </a:buClr>
              <a:buSzPts val="1400"/>
              <a:buChar char="•"/>
            </a:lvl4pPr>
            <a:lvl5pPr marL="2286000" lvl="4" indent="-317500" algn="l">
              <a:lnSpc>
                <a:spcPct val="90000"/>
              </a:lnSpc>
              <a:spcBef>
                <a:spcPts val="400"/>
              </a:spcBef>
              <a:spcAft>
                <a:spcPts val="0"/>
              </a:spcAft>
              <a:buClr>
                <a:schemeClr val="dk1"/>
              </a:buClr>
              <a:buSzPts val="1400"/>
              <a:buChar char="•"/>
            </a:lvl5pPr>
            <a:lvl6pPr marL="2743200" lvl="5" indent="-317500" algn="l">
              <a:lnSpc>
                <a:spcPct val="90000"/>
              </a:lnSpc>
              <a:spcBef>
                <a:spcPts val="400"/>
              </a:spcBef>
              <a:spcAft>
                <a:spcPts val="0"/>
              </a:spcAft>
              <a:buClr>
                <a:schemeClr val="dk1"/>
              </a:buClr>
              <a:buSzPts val="1400"/>
              <a:buChar char="•"/>
            </a:lvl6pPr>
            <a:lvl7pPr marL="3200400" lvl="6" indent="-317500" algn="l">
              <a:lnSpc>
                <a:spcPct val="90000"/>
              </a:lnSpc>
              <a:spcBef>
                <a:spcPts val="400"/>
              </a:spcBef>
              <a:spcAft>
                <a:spcPts val="0"/>
              </a:spcAft>
              <a:buClr>
                <a:schemeClr val="dk1"/>
              </a:buClr>
              <a:buSzPts val="1400"/>
              <a:buChar char="•"/>
            </a:lvl7pPr>
            <a:lvl8pPr marL="3657600" lvl="7" indent="-317500" algn="l">
              <a:lnSpc>
                <a:spcPct val="90000"/>
              </a:lnSpc>
              <a:spcBef>
                <a:spcPts val="400"/>
              </a:spcBef>
              <a:spcAft>
                <a:spcPts val="0"/>
              </a:spcAft>
              <a:buClr>
                <a:schemeClr val="dk1"/>
              </a:buClr>
              <a:buSzPts val="1400"/>
              <a:buChar char="•"/>
            </a:lvl8pPr>
            <a:lvl9pPr marL="4114800" lvl="8" indent="-317500" algn="l">
              <a:lnSpc>
                <a:spcPct val="90000"/>
              </a:lnSpc>
              <a:spcBef>
                <a:spcPts val="400"/>
              </a:spcBef>
              <a:spcAft>
                <a:spcPts val="0"/>
              </a:spcAft>
              <a:buClr>
                <a:schemeClr val="dk1"/>
              </a:buClr>
              <a:buSzPts val="1400"/>
              <a:buChar char="•"/>
            </a:lvl9pPr>
          </a:lstStyle>
          <a:p/>
        </p:txBody>
      </p:sp>
      <p:sp>
        <p:nvSpPr>
          <p:cNvPr id="1048812"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1048813"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lvl1pPr>
            <a:lvl2pPr marL="914400" lvl="1" indent="-317500" algn="l">
              <a:lnSpc>
                <a:spcPct val="90000"/>
              </a:lnSpc>
              <a:spcBef>
                <a:spcPts val="400"/>
              </a:spcBef>
              <a:spcAft>
                <a:spcPts val="0"/>
              </a:spcAft>
              <a:buClr>
                <a:schemeClr val="dk1"/>
              </a:buClr>
              <a:buSzPts val="1400"/>
              <a:buChar char="•"/>
            </a:lvl2pPr>
            <a:lvl3pPr marL="1371600" lvl="2" indent="-317500" algn="l">
              <a:lnSpc>
                <a:spcPct val="90000"/>
              </a:lnSpc>
              <a:spcBef>
                <a:spcPts val="400"/>
              </a:spcBef>
              <a:spcAft>
                <a:spcPts val="0"/>
              </a:spcAft>
              <a:buClr>
                <a:schemeClr val="dk1"/>
              </a:buClr>
              <a:buSzPts val="1400"/>
              <a:buChar char="•"/>
            </a:lvl3pPr>
            <a:lvl4pPr marL="1828800" lvl="3" indent="-317500" algn="l">
              <a:lnSpc>
                <a:spcPct val="90000"/>
              </a:lnSpc>
              <a:spcBef>
                <a:spcPts val="400"/>
              </a:spcBef>
              <a:spcAft>
                <a:spcPts val="0"/>
              </a:spcAft>
              <a:buClr>
                <a:schemeClr val="dk1"/>
              </a:buClr>
              <a:buSzPts val="1400"/>
              <a:buChar char="•"/>
            </a:lvl4pPr>
            <a:lvl5pPr marL="2286000" lvl="4" indent="-317500" algn="l">
              <a:lnSpc>
                <a:spcPct val="90000"/>
              </a:lnSpc>
              <a:spcBef>
                <a:spcPts val="400"/>
              </a:spcBef>
              <a:spcAft>
                <a:spcPts val="0"/>
              </a:spcAft>
              <a:buClr>
                <a:schemeClr val="dk1"/>
              </a:buClr>
              <a:buSzPts val="1400"/>
              <a:buChar char="•"/>
            </a:lvl5pPr>
            <a:lvl6pPr marL="2743200" lvl="5" indent="-317500" algn="l">
              <a:lnSpc>
                <a:spcPct val="90000"/>
              </a:lnSpc>
              <a:spcBef>
                <a:spcPts val="400"/>
              </a:spcBef>
              <a:spcAft>
                <a:spcPts val="0"/>
              </a:spcAft>
              <a:buClr>
                <a:schemeClr val="dk1"/>
              </a:buClr>
              <a:buSzPts val="1400"/>
              <a:buChar char="•"/>
            </a:lvl6pPr>
            <a:lvl7pPr marL="3200400" lvl="6" indent="-317500" algn="l">
              <a:lnSpc>
                <a:spcPct val="90000"/>
              </a:lnSpc>
              <a:spcBef>
                <a:spcPts val="400"/>
              </a:spcBef>
              <a:spcAft>
                <a:spcPts val="0"/>
              </a:spcAft>
              <a:buClr>
                <a:schemeClr val="dk1"/>
              </a:buClr>
              <a:buSzPts val="1400"/>
              <a:buChar char="•"/>
            </a:lvl7pPr>
            <a:lvl8pPr marL="3657600" lvl="7" indent="-317500" algn="l">
              <a:lnSpc>
                <a:spcPct val="90000"/>
              </a:lnSpc>
              <a:spcBef>
                <a:spcPts val="400"/>
              </a:spcBef>
              <a:spcAft>
                <a:spcPts val="0"/>
              </a:spcAft>
              <a:buClr>
                <a:schemeClr val="dk1"/>
              </a:buClr>
              <a:buSzPts val="1400"/>
              <a:buChar char="•"/>
            </a:lvl8pPr>
            <a:lvl9pPr marL="4114800" lvl="8" indent="-317500" algn="l">
              <a:lnSpc>
                <a:spcPct val="90000"/>
              </a:lnSpc>
              <a:spcBef>
                <a:spcPts val="400"/>
              </a:spcBef>
              <a:spcAft>
                <a:spcPts val="0"/>
              </a:spcAft>
              <a:buClr>
                <a:schemeClr val="dk1"/>
              </a:buClr>
              <a:buSzPts val="1400"/>
              <a:buChar char="•"/>
            </a:lvl9pPr>
          </a:lstStyle>
          <a:p/>
        </p:txBody>
      </p:sp>
      <p:sp>
        <p:nvSpPr>
          <p:cNvPr id="1048814"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15"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16"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63" name="Shape 45"/>
        <p:cNvGrpSpPr/>
        <p:nvPr/>
      </p:nvGrpSpPr>
      <p:grpSpPr>
        <a:xfrm>
          <a:off x="0" y="0"/>
          <a:ext cx="0" cy="0"/>
          <a:chOff x="0" y="0"/>
          <a:chExt cx="0" cy="0"/>
        </a:xfrm>
      </p:grpSpPr>
      <p:sp>
        <p:nvSpPr>
          <p:cNvPr id="1048773"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774"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75"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76"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71" name="Shape 50"/>
        <p:cNvGrpSpPr/>
        <p:nvPr/>
      </p:nvGrpSpPr>
      <p:grpSpPr>
        <a:xfrm>
          <a:off x="0" y="0"/>
          <a:ext cx="0" cy="0"/>
          <a:chOff x="0" y="0"/>
          <a:chExt cx="0" cy="0"/>
        </a:xfrm>
      </p:grpSpPr>
      <p:sp>
        <p:nvSpPr>
          <p:cNvPr id="1048817"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18"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19"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72" name="Shape 54"/>
        <p:cNvGrpSpPr/>
        <p:nvPr/>
      </p:nvGrpSpPr>
      <p:grpSpPr>
        <a:xfrm>
          <a:off x="0" y="0"/>
          <a:ext cx="0" cy="0"/>
          <a:chOff x="0" y="0"/>
          <a:chExt cx="0" cy="0"/>
        </a:xfrm>
      </p:grpSpPr>
      <p:sp>
        <p:nvSpPr>
          <p:cNvPr id="1048820"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21"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1048822"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1048823"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24"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825"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6" name="Shape 61"/>
        <p:cNvGrpSpPr/>
        <p:nvPr/>
      </p:nvGrpSpPr>
      <p:grpSpPr>
        <a:xfrm>
          <a:off x="0" y="0"/>
          <a:ext cx="0" cy="0"/>
          <a:chOff x="0" y="0"/>
          <a:chExt cx="0" cy="0"/>
        </a:xfrm>
      </p:grpSpPr>
      <p:sp>
        <p:nvSpPr>
          <p:cNvPr id="1048787"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788" name="Shape 25"/>
          <p:cNvSpPr/>
          <p:nvPr>
            <p:ph type="pic" idx="2"/>
          </p:nvPr>
        </p:nvSpPr>
        <p:spPr>
          <a:xfrm>
            <a:off x="3887391" y="740569"/>
            <a:ext cx="4629150" cy="3655219"/>
          </a:xfrm>
          <a:prstGeom prst="rect">
            <a:avLst/>
          </a:prstGeom>
          <a:noFill/>
          <a:ln>
            <a:noFill/>
          </a:ln>
        </p:spPr>
      </p:sp>
      <p:sp>
        <p:nvSpPr>
          <p:cNvPr id="1048789"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1048790"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91"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92"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7" name="Shape 68"/>
        <p:cNvGrpSpPr/>
        <p:nvPr/>
      </p:nvGrpSpPr>
      <p:grpSpPr>
        <a:xfrm>
          <a:off x="0" y="0"/>
          <a:ext cx="0" cy="0"/>
          <a:chOff x="0" y="0"/>
          <a:chExt cx="0" cy="0"/>
        </a:xfrm>
      </p:grpSpPr>
      <p:sp>
        <p:nvSpPr>
          <p:cNvPr id="1048793"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794"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lvl1pPr>
            <a:lvl2pPr marL="914400" lvl="1" indent="-317500" algn="l">
              <a:lnSpc>
                <a:spcPct val="90000"/>
              </a:lnSpc>
              <a:spcBef>
                <a:spcPts val="400"/>
              </a:spcBef>
              <a:spcAft>
                <a:spcPts val="0"/>
              </a:spcAft>
              <a:buClr>
                <a:schemeClr val="dk1"/>
              </a:buClr>
              <a:buSzPts val="1400"/>
              <a:buChar char="•"/>
            </a:lvl2pPr>
            <a:lvl3pPr marL="1371600" lvl="2" indent="-317500" algn="l">
              <a:lnSpc>
                <a:spcPct val="90000"/>
              </a:lnSpc>
              <a:spcBef>
                <a:spcPts val="400"/>
              </a:spcBef>
              <a:spcAft>
                <a:spcPts val="0"/>
              </a:spcAft>
              <a:buClr>
                <a:schemeClr val="dk1"/>
              </a:buClr>
              <a:buSzPts val="1400"/>
              <a:buChar char="•"/>
            </a:lvl3pPr>
            <a:lvl4pPr marL="1828800" lvl="3" indent="-317500" algn="l">
              <a:lnSpc>
                <a:spcPct val="90000"/>
              </a:lnSpc>
              <a:spcBef>
                <a:spcPts val="400"/>
              </a:spcBef>
              <a:spcAft>
                <a:spcPts val="0"/>
              </a:spcAft>
              <a:buClr>
                <a:schemeClr val="dk1"/>
              </a:buClr>
              <a:buSzPts val="1400"/>
              <a:buChar char="•"/>
            </a:lvl4pPr>
            <a:lvl5pPr marL="2286000" lvl="4" indent="-317500" algn="l">
              <a:lnSpc>
                <a:spcPct val="90000"/>
              </a:lnSpc>
              <a:spcBef>
                <a:spcPts val="400"/>
              </a:spcBef>
              <a:spcAft>
                <a:spcPts val="0"/>
              </a:spcAft>
              <a:buClr>
                <a:schemeClr val="dk1"/>
              </a:buClr>
              <a:buSzPts val="1400"/>
              <a:buChar char="•"/>
            </a:lvl5pPr>
            <a:lvl6pPr marL="2743200" lvl="5" indent="-317500" algn="l">
              <a:lnSpc>
                <a:spcPct val="90000"/>
              </a:lnSpc>
              <a:spcBef>
                <a:spcPts val="400"/>
              </a:spcBef>
              <a:spcAft>
                <a:spcPts val="0"/>
              </a:spcAft>
              <a:buClr>
                <a:schemeClr val="dk1"/>
              </a:buClr>
              <a:buSzPts val="1400"/>
              <a:buChar char="•"/>
            </a:lvl6pPr>
            <a:lvl7pPr marL="3200400" lvl="6" indent="-317500" algn="l">
              <a:lnSpc>
                <a:spcPct val="90000"/>
              </a:lnSpc>
              <a:spcBef>
                <a:spcPts val="400"/>
              </a:spcBef>
              <a:spcAft>
                <a:spcPts val="0"/>
              </a:spcAft>
              <a:buClr>
                <a:schemeClr val="dk1"/>
              </a:buClr>
              <a:buSzPts val="1400"/>
              <a:buChar char="•"/>
            </a:lvl7pPr>
            <a:lvl8pPr marL="3657600" lvl="7" indent="-317500" algn="l">
              <a:lnSpc>
                <a:spcPct val="90000"/>
              </a:lnSpc>
              <a:spcBef>
                <a:spcPts val="400"/>
              </a:spcBef>
              <a:spcAft>
                <a:spcPts val="0"/>
              </a:spcAft>
              <a:buClr>
                <a:schemeClr val="dk1"/>
              </a:buClr>
              <a:buSzPts val="1400"/>
              <a:buChar char="•"/>
            </a:lvl8pPr>
            <a:lvl9pPr marL="4114800" lvl="8" indent="-317500" algn="l">
              <a:lnSpc>
                <a:spcPct val="90000"/>
              </a:lnSpc>
              <a:spcBef>
                <a:spcPts val="400"/>
              </a:spcBef>
              <a:spcAft>
                <a:spcPts val="0"/>
              </a:spcAft>
              <a:buClr>
                <a:schemeClr val="dk1"/>
              </a:buClr>
              <a:buSzPts val="1400"/>
              <a:buChar char="•"/>
            </a:lvl9pPr>
          </a:lstStyle>
          <a:p/>
        </p:txBody>
      </p:sp>
      <p:sp>
        <p:nvSpPr>
          <p:cNvPr id="1048795"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96"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97"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64" name="Shape 74"/>
        <p:cNvGrpSpPr/>
        <p:nvPr/>
      </p:nvGrpSpPr>
      <p:grpSpPr>
        <a:xfrm>
          <a:off x="0" y="0"/>
          <a:ext cx="0" cy="0"/>
          <a:chOff x="0" y="0"/>
          <a:chExt cx="0" cy="0"/>
        </a:xfrm>
      </p:grpSpPr>
      <p:sp>
        <p:nvSpPr>
          <p:cNvPr id="1048777"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778"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lvl1pPr>
            <a:lvl2pPr marL="914400" lvl="1" indent="-317500" algn="l">
              <a:lnSpc>
                <a:spcPct val="90000"/>
              </a:lnSpc>
              <a:spcBef>
                <a:spcPts val="400"/>
              </a:spcBef>
              <a:spcAft>
                <a:spcPts val="0"/>
              </a:spcAft>
              <a:buClr>
                <a:schemeClr val="dk1"/>
              </a:buClr>
              <a:buSzPts val="1400"/>
              <a:buChar char="•"/>
            </a:lvl2pPr>
            <a:lvl3pPr marL="1371600" lvl="2" indent="-317500" algn="l">
              <a:lnSpc>
                <a:spcPct val="90000"/>
              </a:lnSpc>
              <a:spcBef>
                <a:spcPts val="400"/>
              </a:spcBef>
              <a:spcAft>
                <a:spcPts val="0"/>
              </a:spcAft>
              <a:buClr>
                <a:schemeClr val="dk1"/>
              </a:buClr>
              <a:buSzPts val="1400"/>
              <a:buChar char="•"/>
            </a:lvl3pPr>
            <a:lvl4pPr marL="1828800" lvl="3" indent="-317500" algn="l">
              <a:lnSpc>
                <a:spcPct val="90000"/>
              </a:lnSpc>
              <a:spcBef>
                <a:spcPts val="400"/>
              </a:spcBef>
              <a:spcAft>
                <a:spcPts val="0"/>
              </a:spcAft>
              <a:buClr>
                <a:schemeClr val="dk1"/>
              </a:buClr>
              <a:buSzPts val="1400"/>
              <a:buChar char="•"/>
            </a:lvl4pPr>
            <a:lvl5pPr marL="2286000" lvl="4" indent="-317500" algn="l">
              <a:lnSpc>
                <a:spcPct val="90000"/>
              </a:lnSpc>
              <a:spcBef>
                <a:spcPts val="400"/>
              </a:spcBef>
              <a:spcAft>
                <a:spcPts val="0"/>
              </a:spcAft>
              <a:buClr>
                <a:schemeClr val="dk1"/>
              </a:buClr>
              <a:buSzPts val="1400"/>
              <a:buChar char="•"/>
            </a:lvl5pPr>
            <a:lvl6pPr marL="2743200" lvl="5" indent="-317500" algn="l">
              <a:lnSpc>
                <a:spcPct val="90000"/>
              </a:lnSpc>
              <a:spcBef>
                <a:spcPts val="400"/>
              </a:spcBef>
              <a:spcAft>
                <a:spcPts val="0"/>
              </a:spcAft>
              <a:buClr>
                <a:schemeClr val="dk1"/>
              </a:buClr>
              <a:buSzPts val="1400"/>
              <a:buChar char="•"/>
            </a:lvl6pPr>
            <a:lvl7pPr marL="3200400" lvl="6" indent="-317500" algn="l">
              <a:lnSpc>
                <a:spcPct val="90000"/>
              </a:lnSpc>
              <a:spcBef>
                <a:spcPts val="400"/>
              </a:spcBef>
              <a:spcAft>
                <a:spcPts val="0"/>
              </a:spcAft>
              <a:buClr>
                <a:schemeClr val="dk1"/>
              </a:buClr>
              <a:buSzPts val="1400"/>
              <a:buChar char="•"/>
            </a:lvl7pPr>
            <a:lvl8pPr marL="3657600" lvl="7" indent="-317500" algn="l">
              <a:lnSpc>
                <a:spcPct val="90000"/>
              </a:lnSpc>
              <a:spcBef>
                <a:spcPts val="400"/>
              </a:spcBef>
              <a:spcAft>
                <a:spcPts val="0"/>
              </a:spcAft>
              <a:buClr>
                <a:schemeClr val="dk1"/>
              </a:buClr>
              <a:buSzPts val="1400"/>
              <a:buChar char="•"/>
            </a:lvl8pPr>
            <a:lvl9pPr marL="4114800" lvl="8" indent="-317500" algn="l">
              <a:lnSpc>
                <a:spcPct val="90000"/>
              </a:lnSpc>
              <a:spcBef>
                <a:spcPts val="400"/>
              </a:spcBef>
              <a:spcAft>
                <a:spcPts val="0"/>
              </a:spcAft>
              <a:buClr>
                <a:schemeClr val="dk1"/>
              </a:buClr>
              <a:buSzPts val="1400"/>
              <a:buChar char="•"/>
            </a:lvl9pPr>
          </a:lstStyle>
          <a:p/>
        </p:txBody>
      </p:sp>
      <p:sp>
        <p:nvSpPr>
          <p:cNvPr id="1048779"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80"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lvl1pPr>
            <a:lvl2pPr lvl="1" algn="l">
              <a:spcBef>
                <a:spcPts val="0"/>
              </a:spcBef>
              <a:spcAft>
                <a:spcPts val="0"/>
              </a:spcAft>
              <a:buSzPts val="1100"/>
              <a:buNone/>
            </a:lvl2pPr>
            <a:lvl3pPr lvl="2" algn="l">
              <a:spcBef>
                <a:spcPts val="0"/>
              </a:spcBef>
              <a:spcAft>
                <a:spcPts val="0"/>
              </a:spcAft>
              <a:buSzPts val="1100"/>
              <a:buNone/>
            </a:lvl3pPr>
            <a:lvl4pPr lvl="3" algn="l">
              <a:spcBef>
                <a:spcPts val="0"/>
              </a:spcBef>
              <a:spcAft>
                <a:spcPts val="0"/>
              </a:spcAft>
              <a:buSzPts val="1100"/>
              <a:buNone/>
            </a:lvl4pPr>
            <a:lvl5pPr lvl="4" algn="l">
              <a:spcBef>
                <a:spcPts val="0"/>
              </a:spcBef>
              <a:spcAft>
                <a:spcPts val="0"/>
              </a:spcAft>
              <a:buSzPts val="1100"/>
              <a:buNone/>
            </a:lvl5pPr>
            <a:lvl6pPr lvl="5" algn="l">
              <a:spcBef>
                <a:spcPts val="0"/>
              </a:spcBef>
              <a:spcAft>
                <a:spcPts val="0"/>
              </a:spcAft>
              <a:buSzPts val="1100"/>
              <a:buNone/>
            </a:lvl6pPr>
            <a:lvl7pPr lvl="6" algn="l">
              <a:spcBef>
                <a:spcPts val="0"/>
              </a:spcBef>
              <a:spcAft>
                <a:spcPts val="0"/>
              </a:spcAft>
              <a:buSzPts val="1100"/>
              <a:buNone/>
            </a:lvl7pPr>
            <a:lvl8pPr lvl="7" algn="l">
              <a:spcBef>
                <a:spcPts val="0"/>
              </a:spcBef>
              <a:spcAft>
                <a:spcPts val="0"/>
              </a:spcAft>
              <a:buSzPts val="1100"/>
              <a:buNone/>
            </a:lvl8pPr>
            <a:lvl9pPr lvl="8" algn="l">
              <a:spcBef>
                <a:spcPts val="0"/>
              </a:spcBef>
              <a:spcAft>
                <a:spcPts val="0"/>
              </a:spcAft>
              <a:buSzPts val="1100"/>
              <a:buNone/>
            </a:lvl9pPr>
          </a:lstStyle>
          <a:p/>
        </p:txBody>
      </p:sp>
      <p:sp>
        <p:nvSpPr>
          <p:cNvPr id="1048781"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5"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5"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
        <p:cNvGrpSpPr/>
        <p:nvPr/>
      </p:nvGrpSpPr>
      <p:grpSpPr>
        <a:xfrm>
          <a:off x="0" y="0"/>
          <a:ext cx="0" cy="0"/>
          <a:chOff x="0" y="0"/>
          <a:chExt cx="0" cy="0"/>
        </a:xfrm>
      </p:grpSpPr>
      <p:sp>
        <p:nvSpPr>
          <p:cNvPr id="1048763"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48764"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48765"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48766"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48767"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3"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3"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1" Type="http://schemas.openxmlformats.org/officeDocument/2006/relationships/notesSlide" Target="../notesSlides/notesSlide2.xml"/><Relationship Id="rId20" Type="http://schemas.openxmlformats.org/officeDocument/2006/relationships/slideLayout" Target="../slideLayouts/slideLayout12.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image" Target="../media/image4.png"/><Relationship Id="rId4" Type="http://schemas.openxmlformats.org/officeDocument/2006/relationships/tags" Target="../tags/tag20.xml"/><Relationship Id="rId3" Type="http://schemas.openxmlformats.org/officeDocument/2006/relationships/tags" Target="../tags/tag19.xml"/><Relationship Id="rId20" Type="http://schemas.openxmlformats.org/officeDocument/2006/relationships/notesSlide" Target="../notesSlides/notesSlide3.xml"/><Relationship Id="rId2" Type="http://schemas.openxmlformats.org/officeDocument/2006/relationships/image" Target="../media/image3.jpeg"/><Relationship Id="rId19" Type="http://schemas.openxmlformats.org/officeDocument/2006/relationships/slideLayout" Target="../slideLayouts/slideLayout12.xml"/><Relationship Id="rId18" Type="http://schemas.openxmlformats.org/officeDocument/2006/relationships/tags" Target="../tags/tag30.xml"/><Relationship Id="rId17" Type="http://schemas.openxmlformats.org/officeDocument/2006/relationships/image" Target="../media/image7.png"/><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image" Target="../media/image6.png"/><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image" Target="../media/image9.png"/><Relationship Id="rId4" Type="http://schemas.openxmlformats.org/officeDocument/2006/relationships/tags" Target="../tags/tag32.xml"/><Relationship Id="rId3" Type="http://schemas.openxmlformats.org/officeDocument/2006/relationships/tags" Target="../tags/tag31.xml"/><Relationship Id="rId24" Type="http://schemas.openxmlformats.org/officeDocument/2006/relationships/notesSlide" Target="../notesSlides/notesSlide4.xml"/><Relationship Id="rId23" Type="http://schemas.openxmlformats.org/officeDocument/2006/relationships/slideLayout" Target="../slideLayouts/slideLayout12.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image" Target="../media/image11.png"/><Relationship Id="rId2" Type="http://schemas.openxmlformats.org/officeDocument/2006/relationships/image" Target="../media/image8.jpeg"/><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image" Target="../media/image4.png"/><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image" Target="../media/image10.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12.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1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image" Target="../media/image14.jpeg"/><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3" Type="http://schemas.openxmlformats.org/officeDocument/2006/relationships/notesSlide" Target="../notesSlides/notesSlide7.xml"/><Relationship Id="rId12" Type="http://schemas.openxmlformats.org/officeDocument/2006/relationships/slideLayout" Target="../slideLayouts/slideLayout12.xml"/><Relationship Id="rId11" Type="http://schemas.openxmlformats.org/officeDocument/2006/relationships/tags" Target="../tags/tag54.xml"/><Relationship Id="rId10" Type="http://schemas.openxmlformats.org/officeDocument/2006/relationships/image" Target="../media/image15.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jpe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1" Type="http://schemas.openxmlformats.org/officeDocument/2006/relationships/notesSlide" Target="../notesSlides/notesSlide8.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15.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image" Target="../media/image28.png"/><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image" Target="../media/image20.png"/><Relationship Id="rId3" Type="http://schemas.openxmlformats.org/officeDocument/2006/relationships/tags" Target="../tags/tag56.xml"/><Relationship Id="rId20" Type="http://schemas.openxmlformats.org/officeDocument/2006/relationships/notesSlide" Target="../notesSlides/notesSlide10.xml"/><Relationship Id="rId2" Type="http://schemas.openxmlformats.org/officeDocument/2006/relationships/tags" Target="../tags/tag55.xml"/><Relationship Id="rId19" Type="http://schemas.openxmlformats.org/officeDocument/2006/relationships/slideLayout" Target="../slideLayouts/slideLayout12.xml"/><Relationship Id="rId18" Type="http://schemas.openxmlformats.org/officeDocument/2006/relationships/image" Target="../media/image3.jpeg"/><Relationship Id="rId17" Type="http://schemas.openxmlformats.org/officeDocument/2006/relationships/tags" Target="../tags/tag65.xml"/><Relationship Id="rId16" Type="http://schemas.openxmlformats.org/officeDocument/2006/relationships/image" Target="../media/image31.jpeg"/><Relationship Id="rId15" Type="http://schemas.openxmlformats.org/officeDocument/2006/relationships/tags" Target="../tags/tag64.xml"/><Relationship Id="rId14" Type="http://schemas.openxmlformats.org/officeDocument/2006/relationships/image" Target="../media/image30.jpeg"/><Relationship Id="rId13" Type="http://schemas.openxmlformats.org/officeDocument/2006/relationships/tags" Target="../tags/tag63.xml"/><Relationship Id="rId12" Type="http://schemas.openxmlformats.org/officeDocument/2006/relationships/image" Target="../media/image29.jpeg"/><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3.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6" name=""/>
        <p:cNvGrpSpPr/>
        <p:nvPr/>
      </p:nvGrpSpPr>
      <p:grpSpPr>
        <a:xfrm>
          <a:off x="0" y="0"/>
          <a:ext cx="0" cy="0"/>
          <a:chOff x="0" y="0"/>
          <a:chExt cx="0" cy="0"/>
        </a:xfrm>
      </p:grpSpPr>
      <p:sp>
        <p:nvSpPr>
          <p:cNvPr id="1048576" name="AutoShape 2"/>
          <p:cNvSpPr/>
          <p:nvPr/>
        </p:nvSpPr>
        <p:spPr>
          <a:xfrm>
            <a:off x="5715"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577" name="AutoShape 3"/>
          <p:cNvSpPr/>
          <p:nvPr/>
        </p:nvSpPr>
        <p:spPr>
          <a:xfrm>
            <a:off x="1016000" y="1905000"/>
            <a:ext cx="10160000" cy="1270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800" b="1" i="0" u="none" strike="noStrike">
                <a:solidFill>
                  <a:srgbClr val="333333"/>
                </a:solidFill>
                <a:latin typeface="Poppins"/>
                <a:ea typeface="Poppins"/>
                <a:cs typeface="Poppins"/>
                <a:sym typeface="Poppins"/>
              </a:rPr>
              <a:t>Introduction to Sourcetree</a:t>
            </a:r>
            <a:endParaRPr lang="en-US" sz="4800" b="1" i="0" u="none" strike="noStrike">
              <a:solidFill>
                <a:srgbClr val="333333"/>
              </a:solidFill>
              <a:latin typeface="Poppins"/>
              <a:ea typeface="Poppins"/>
              <a:cs typeface="Poppins"/>
              <a:sym typeface="Poppins"/>
            </a:endParaRPr>
          </a:p>
          <a:p>
            <a:pPr marL="0" indent="0" algn="l">
              <a:lnSpc>
                <a:spcPct val="125000"/>
              </a:lnSpc>
            </a:pPr>
            <a:r>
              <a:rPr lang="en-US" altLang="zh-CN" sz="3200" i="0" u="none" strike="noStrike">
                <a:solidFill>
                  <a:srgbClr val="333333"/>
                </a:solidFill>
                <a:latin typeface="Poppins"/>
                <a:ea typeface="Poppins"/>
                <a:cs typeface="Poppins"/>
                <a:sym typeface="Poppins"/>
              </a:rPr>
              <a:t> Sourcetree </a:t>
            </a:r>
            <a:r>
              <a:rPr lang="ko-KR" altLang="en-US" sz="3200" i="0" u="none" strike="noStrike">
                <a:solidFill>
                  <a:srgbClr val="333333"/>
                </a:solidFill>
                <a:latin typeface="Poppins"/>
                <a:ea typeface="Poppins"/>
                <a:cs typeface="Poppins"/>
                <a:sym typeface="Poppins"/>
              </a:rPr>
              <a:t>소개</a:t>
            </a:r>
            <a:endParaRPr lang="ko-KR" altLang="en-US" sz="3200" i="0" u="none" strike="noStrike">
              <a:solidFill>
                <a:srgbClr val="333333"/>
              </a:solidFill>
              <a:latin typeface="Poppins"/>
              <a:ea typeface="Poppins"/>
              <a:cs typeface="Poppins"/>
              <a:sym typeface="Poppins"/>
            </a:endParaRPr>
          </a:p>
        </p:txBody>
      </p:sp>
      <p:sp>
        <p:nvSpPr>
          <p:cNvPr id="1048578" name="AutoShape 4"/>
          <p:cNvSpPr/>
          <p:nvPr/>
        </p:nvSpPr>
        <p:spPr>
          <a:xfrm>
            <a:off x="1016000" y="3384550"/>
            <a:ext cx="10160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400" b="0" i="0" u="none" strike="noStrike">
                <a:solidFill>
                  <a:srgbClr val="4CAF50"/>
                </a:solidFill>
                <a:latin typeface="Poppins"/>
                <a:ea typeface="Poppins"/>
                <a:cs typeface="Poppins"/>
                <a:sym typeface="Poppins"/>
              </a:rPr>
              <a:t>A Visual Git Client for Web Development</a:t>
            </a:r>
            <a:endParaRPr lang="en-US" sz="1100"/>
          </a:p>
        </p:txBody>
      </p:sp>
      <p:cxnSp>
        <p:nvCxnSpPr>
          <p:cNvPr id="3145728" name="Connector 5"/>
          <p:cNvCxnSpPr/>
          <p:nvPr/>
        </p:nvCxnSpPr>
        <p:spPr>
          <a:xfrm rot="-4297">
            <a:off x="1016004" y="4565650"/>
            <a:ext cx="10160000" cy="12700"/>
          </a:xfrm>
          <a:prstGeom prst="straightConnector1">
            <a:avLst/>
          </a:prstGeom>
          <a:solidFill>
            <a:srgbClr val="DEE0E3">
              <a:alpha val="100000"/>
            </a:srgbClr>
          </a:solidFill>
          <a:ln w="25400" cap="flat" cmpd="sng">
            <a:solidFill>
              <a:srgbClr val="4CAF50">
                <a:alpha val="40000"/>
              </a:srgbClr>
            </a:solidFill>
            <a:prstDash val="solid"/>
            <a:round/>
            <a:headEnd type="none" w="lg" len="lg"/>
            <a:tailEnd type="none" w="lg" len="lg"/>
          </a:ln>
        </p:spPr>
      </p:cxnSp>
      <p:sp>
        <p:nvSpPr>
          <p:cNvPr id="1048579" name="AutoShape 6"/>
          <p:cNvSpPr/>
          <p:nvPr/>
        </p:nvSpPr>
        <p:spPr>
          <a:xfrm>
            <a:off x="6981825" y="5243195"/>
            <a:ext cx="4826000" cy="889635"/>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800" b="1" i="0" u="none" strike="noStrike">
                <a:solidFill>
                  <a:srgbClr val="555555"/>
                </a:solidFill>
                <a:latin typeface="Poppins"/>
                <a:ea typeface="Poppins"/>
                <a:cs typeface="Poppins"/>
                <a:sym typeface="Poppins"/>
              </a:rPr>
              <a:t>Presented by:</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ZHANG LUYUE</a:t>
            </a: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ko-KR" alt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장로월</a:t>
            </a:r>
            <a:endParaRPr lang="ko-KR" alt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580" name="AutoShape 7"/>
          <p:cNvSpPr/>
          <p:nvPr/>
        </p:nvSpPr>
        <p:spPr>
          <a:xfrm>
            <a:off x="6350000" y="5143500"/>
            <a:ext cx="4826000" cy="762000"/>
          </a:xfrm>
          <a:prstGeom prst="rect">
            <a:avLst/>
          </a:prstGeom>
          <a:noFill/>
          <a:ln w="12700" cap="flat" cmpd="sng">
            <a:noFill/>
            <a:prstDash val="solid"/>
            <a:round/>
          </a:ln>
        </p:spPr>
        <p:txBody>
          <a:bodyPr vert="horz" wrap="square" lIns="0" tIns="0" rIns="0" bIns="0" rtlCol="0" anchor="ctr" anchorCtr="0"/>
          <a:p>
            <a:pPr marL="0" indent="0" algn="l">
              <a:lnSpc>
                <a:spcPct val="117000"/>
              </a:lnSpc>
            </a:pPr>
            <a:endParaRPr lang="en-US" sz="110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20" name=""/>
        <p:cNvGrpSpPr/>
        <p:nvPr/>
      </p:nvGrpSpPr>
      <p:grpSpPr>
        <a:xfrm>
          <a:off x="0" y="0"/>
          <a:ext cx="0" cy="0"/>
          <a:chOff x="0" y="0"/>
          <a:chExt cx="0" cy="0"/>
        </a:xfrm>
      </p:grpSpPr>
      <p:sp>
        <p:nvSpPr>
          <p:cNvPr id="1048587"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0" tIns="0" rIns="0" bIns="0" rtlCol="0" anchor="ctr" anchorCtr="0"/>
          <a:p>
            <a:pPr algn="ctr"/>
          </a:p>
        </p:txBody>
      </p:sp>
      <p:sp>
        <p:nvSpPr>
          <p:cNvPr id="1048588" name="AutoShape 3"/>
          <p:cNvSpPr/>
          <p:nvPr/>
        </p:nvSpPr>
        <p:spPr>
          <a:xfrm>
            <a:off x="536575" y="283210"/>
            <a:ext cx="10668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Table of Contents</a:t>
            </a:r>
            <a:endParaRPr lang="en-US" sz="4400" b="1" i="0" u="none" strike="noStrike">
              <a:solidFill>
                <a:srgbClr val="333333"/>
              </a:solidFill>
              <a:latin typeface="Poppins"/>
              <a:ea typeface="Poppins"/>
              <a:cs typeface="Poppins"/>
              <a:sym typeface="Poppins"/>
            </a:endParaRPr>
          </a:p>
        </p:txBody>
      </p:sp>
      <p:sp>
        <p:nvSpPr>
          <p:cNvPr id="1048589" name="AutoShape 4"/>
          <p:cNvSpPr/>
          <p:nvPr/>
        </p:nvSpPr>
        <p:spPr>
          <a:xfrm>
            <a:off x="715645" y="1079500"/>
            <a:ext cx="2540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400" b="1" i="0" u="none" strike="noStrike">
                <a:solidFill>
                  <a:srgbClr val="4CAF50"/>
                </a:solidFill>
                <a:latin typeface="Poppins"/>
                <a:ea typeface="Poppins"/>
                <a:cs typeface="Poppins"/>
                <a:sym typeface="Poppins"/>
              </a:rPr>
              <a:t>목차</a:t>
            </a:r>
            <a:endParaRPr lang="en-US" sz="2400" b="1" i="0" u="none" strike="noStrike">
              <a:solidFill>
                <a:srgbClr val="4CAF50"/>
              </a:solidFill>
              <a:latin typeface="Poppins"/>
              <a:ea typeface="Poppins"/>
              <a:cs typeface="Poppins"/>
              <a:sym typeface="Poppins"/>
            </a:endParaRPr>
          </a:p>
        </p:txBody>
      </p:sp>
      <p:sp>
        <p:nvSpPr>
          <p:cNvPr id="1048590" name="AutoShape 5"/>
          <p:cNvSpPr/>
          <p:nvPr>
            <p:custDataLst>
              <p:tags r:id="rId2"/>
            </p:custDataLst>
          </p:nvPr>
        </p:nvSpPr>
        <p:spPr>
          <a:xfrm>
            <a:off x="536575" y="1927225"/>
            <a:ext cx="5304790" cy="1050925"/>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0" tIns="0" rIns="0" bIns="0" rtlCol="0" anchor="ctr" anchorCtr="0"/>
          <a:p>
            <a:pPr algn="ctr"/>
          </a:p>
        </p:txBody>
      </p:sp>
      <p:sp>
        <p:nvSpPr>
          <p:cNvPr id="1048591" name="AutoShape 6"/>
          <p:cNvSpPr/>
          <p:nvPr>
            <p:custDataLst>
              <p:tags r:id="rId3"/>
            </p:custDataLst>
          </p:nvPr>
        </p:nvSpPr>
        <p:spPr>
          <a:xfrm>
            <a:off x="952500" y="2095500"/>
            <a:ext cx="508000" cy="508000"/>
          </a:xfrm>
          <a:prstGeom prst="ellipse">
            <a:avLst/>
          </a:prstGeom>
          <a:solidFill>
            <a:srgbClr val="4CAF50">
              <a:alpha val="100000"/>
            </a:srgbClr>
          </a:solidFill>
          <a:ln w="25400" cap="flat" cmpd="sng">
            <a:noFill/>
            <a:prstDash val="solid"/>
            <a:round/>
          </a:ln>
        </p:spPr>
        <p:txBody>
          <a:bodyPr vert="horz" wrap="square" lIns="0" tIns="0" rIns="0" bIns="0" rtlCol="0" anchor="ctr" anchorCtr="0"/>
          <a:p>
            <a:pPr marL="0" indent="0" algn="ctr">
              <a:lnSpc>
                <a:spcPct val="125000"/>
              </a:lnSpc>
            </a:pPr>
            <a:r>
              <a:rPr lang="en-US" sz="1800" b="1" i="0" u="none" strike="noStrike">
                <a:solidFill>
                  <a:srgbClr val="FFFFFF"/>
                </a:solidFill>
                <a:latin typeface="Poppins"/>
                <a:ea typeface="Poppins"/>
                <a:cs typeface="Poppins"/>
                <a:sym typeface="Poppins"/>
              </a:rPr>
              <a:t>1</a:t>
            </a:r>
            <a:endParaRPr lang="en-US" sz="1100"/>
          </a:p>
        </p:txBody>
      </p:sp>
      <p:sp>
        <p:nvSpPr>
          <p:cNvPr id="1048592" name="AutoShape 7"/>
          <p:cNvSpPr/>
          <p:nvPr>
            <p:custDataLst>
              <p:tags r:id="rId4"/>
            </p:custDataLst>
          </p:nvPr>
        </p:nvSpPr>
        <p:spPr>
          <a:xfrm>
            <a:off x="1651000" y="1968500"/>
            <a:ext cx="4064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333333"/>
                </a:solidFill>
                <a:latin typeface="Poppins"/>
                <a:ea typeface="Poppins"/>
                <a:cs typeface="Poppins"/>
                <a:sym typeface="Poppins"/>
              </a:rPr>
              <a:t>What is Sourcetree?</a:t>
            </a:r>
            <a:endParaRPr lang="en-US" sz="1100"/>
          </a:p>
          <a:p>
            <a:pPr marL="0" indent="0" algn="l">
              <a:lnSpc>
                <a:spcPct val="125000"/>
              </a:lnSpc>
            </a:pPr>
            <a:r>
              <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Sourcetree란 무엇인가요?</a:t>
            </a:r>
            <a:endPar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593" name="AutoShape 8"/>
          <p:cNvSpPr/>
          <p:nvPr>
            <p:custDataLst>
              <p:tags r:id="rId5"/>
            </p:custDataLst>
          </p:nvPr>
        </p:nvSpPr>
        <p:spPr>
          <a:xfrm>
            <a:off x="6350000" y="1905000"/>
            <a:ext cx="5196840" cy="1080135"/>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0" tIns="0" rIns="0" bIns="0" rtlCol="0" anchor="ctr" anchorCtr="0"/>
          <a:p>
            <a:pPr algn="ctr"/>
          </a:p>
        </p:txBody>
      </p:sp>
      <p:sp>
        <p:nvSpPr>
          <p:cNvPr id="1048594" name="AutoShape 9"/>
          <p:cNvSpPr/>
          <p:nvPr>
            <p:custDataLst>
              <p:tags r:id="rId6"/>
            </p:custDataLst>
          </p:nvPr>
        </p:nvSpPr>
        <p:spPr>
          <a:xfrm>
            <a:off x="6540500" y="2095500"/>
            <a:ext cx="508000" cy="508000"/>
          </a:xfrm>
          <a:prstGeom prst="ellipse">
            <a:avLst/>
          </a:prstGeom>
          <a:solidFill>
            <a:srgbClr val="4CAF50">
              <a:alpha val="100000"/>
            </a:srgbClr>
          </a:solidFill>
          <a:ln w="25400" cap="flat" cmpd="sng">
            <a:noFill/>
            <a:prstDash val="solid"/>
            <a:round/>
          </a:ln>
        </p:spPr>
        <p:txBody>
          <a:bodyPr vert="horz" wrap="square" lIns="0" tIns="0" rIns="0" bIns="0" rtlCol="0" anchor="ctr" anchorCtr="0"/>
          <a:p>
            <a:pPr marL="0" indent="0" algn="ctr">
              <a:lnSpc>
                <a:spcPct val="125000"/>
              </a:lnSpc>
            </a:pPr>
            <a:r>
              <a:rPr lang="en-US" sz="1800" b="1" i="0" u="none" strike="noStrike">
                <a:solidFill>
                  <a:srgbClr val="FFFFFF"/>
                </a:solidFill>
                <a:latin typeface="Poppins"/>
                <a:ea typeface="Poppins"/>
                <a:cs typeface="Poppins"/>
                <a:sym typeface="Poppins"/>
              </a:rPr>
              <a:t>2</a:t>
            </a:r>
            <a:endParaRPr lang="en-US" sz="1100"/>
          </a:p>
        </p:txBody>
      </p:sp>
      <p:sp>
        <p:nvSpPr>
          <p:cNvPr id="1048595" name="AutoShape 10"/>
          <p:cNvSpPr/>
          <p:nvPr>
            <p:custDataLst>
              <p:tags r:id="rId7"/>
            </p:custDataLst>
          </p:nvPr>
        </p:nvSpPr>
        <p:spPr>
          <a:xfrm>
            <a:off x="7239000" y="1968500"/>
            <a:ext cx="4064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800" b="1" i="0" u="none" strike="noStrike">
                <a:solidFill>
                  <a:srgbClr val="333333"/>
                </a:solidFill>
                <a:latin typeface="Poppins"/>
                <a:ea typeface="Poppins"/>
                <a:cs typeface="Poppins"/>
                <a:sym typeface="Poppins"/>
              </a:rPr>
              <a:t>Why Use Sourcetree?</a:t>
            </a:r>
            <a:endParaRPr lang="en-US" sz="1200"/>
          </a:p>
          <a:p>
            <a:pPr marL="0" indent="0" algn="l">
              <a:lnSpc>
                <a:spcPct val="125000"/>
              </a:lnSpc>
            </a:pPr>
            <a:r>
              <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Sourcetree를 왜 사용해야 할까요?</a:t>
            </a:r>
            <a:endPar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596" name="AutoShape 11"/>
          <p:cNvSpPr/>
          <p:nvPr>
            <p:custDataLst>
              <p:tags r:id="rId8"/>
            </p:custDataLst>
          </p:nvPr>
        </p:nvSpPr>
        <p:spPr>
          <a:xfrm>
            <a:off x="537210" y="3413760"/>
            <a:ext cx="5304790" cy="993775"/>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0" tIns="0" rIns="0" bIns="0" rtlCol="0" anchor="ctr" anchorCtr="0"/>
          <a:p>
            <a:pPr algn="ctr"/>
          </a:p>
        </p:txBody>
      </p:sp>
      <p:sp>
        <p:nvSpPr>
          <p:cNvPr id="1048597" name="AutoShape 12"/>
          <p:cNvSpPr/>
          <p:nvPr>
            <p:custDataLst>
              <p:tags r:id="rId9"/>
            </p:custDataLst>
          </p:nvPr>
        </p:nvSpPr>
        <p:spPr>
          <a:xfrm>
            <a:off x="952500" y="3688715"/>
            <a:ext cx="508000" cy="508000"/>
          </a:xfrm>
          <a:prstGeom prst="ellipse">
            <a:avLst/>
          </a:prstGeom>
          <a:solidFill>
            <a:srgbClr val="4CAF50">
              <a:alpha val="100000"/>
            </a:srgbClr>
          </a:solidFill>
          <a:ln w="25400" cap="flat" cmpd="sng">
            <a:noFill/>
            <a:prstDash val="solid"/>
            <a:round/>
          </a:ln>
        </p:spPr>
        <p:txBody>
          <a:bodyPr vert="horz" wrap="square" lIns="0" tIns="0" rIns="0" bIns="0" rtlCol="0" anchor="ctr" anchorCtr="0"/>
          <a:p>
            <a:pPr marL="0" indent="0" algn="ctr">
              <a:lnSpc>
                <a:spcPct val="125000"/>
              </a:lnSpc>
            </a:pPr>
            <a:r>
              <a:rPr lang="en-US" sz="1800" b="1" i="0" u="none" strike="noStrike">
                <a:solidFill>
                  <a:srgbClr val="FFFFFF"/>
                </a:solidFill>
                <a:latin typeface="Poppins"/>
                <a:ea typeface="Poppins"/>
                <a:cs typeface="Poppins"/>
                <a:sym typeface="Poppins"/>
              </a:rPr>
              <a:t>3</a:t>
            </a:r>
            <a:endParaRPr lang="en-US" sz="1100"/>
          </a:p>
        </p:txBody>
      </p:sp>
      <p:sp>
        <p:nvSpPr>
          <p:cNvPr id="1048598" name="AutoShape 13"/>
          <p:cNvSpPr/>
          <p:nvPr>
            <p:custDataLst>
              <p:tags r:id="rId10"/>
            </p:custDataLst>
          </p:nvPr>
        </p:nvSpPr>
        <p:spPr>
          <a:xfrm>
            <a:off x="1651000" y="3555365"/>
            <a:ext cx="4064000" cy="762000"/>
          </a:xfrm>
          <a:prstGeom prst="rect">
            <a:avLst/>
          </a:prstGeom>
          <a:noFill/>
          <a:ln w="12700" cap="flat" cmpd="sng">
            <a:noFill/>
            <a:prstDash val="solid"/>
            <a:round/>
          </a:ln>
        </p:spPr>
        <p:txBody>
          <a:bodyPr vert="horz" wrap="square" lIns="0" tIns="0" rIns="0" bIns="0" rtlCol="0" anchor="ctr" anchorCtr="0"/>
          <a:p>
            <a:pPr marL="0" algn="l">
              <a:lnSpc>
                <a:spcPct val="125000"/>
              </a:lnSpc>
              <a:buSzTx/>
            </a:pPr>
            <a:r>
              <a:rPr lang="en-US" sz="2000" b="1" i="0" u="none" strike="noStrike">
                <a:solidFill>
                  <a:srgbClr val="333333"/>
                </a:solidFill>
                <a:latin typeface="Poppins"/>
                <a:ea typeface="Poppins"/>
                <a:cs typeface="Poppins"/>
                <a:sym typeface="Poppins"/>
              </a:rPr>
              <a:t>Core Features</a:t>
            </a:r>
            <a:endParaRPr lang="en-US" sz="2000" b="1">
              <a:solidFill>
                <a:srgbClr val="333333"/>
              </a:solidFill>
              <a:latin typeface="Poppins"/>
              <a:ea typeface="Poppins"/>
              <a:cs typeface="Poppins"/>
            </a:endParaRPr>
          </a:p>
          <a:p>
            <a:pPr marL="0" indent="0" algn="l">
              <a:lnSpc>
                <a:spcPct val="125000"/>
              </a:lnSpc>
            </a:pPr>
            <a:r>
              <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핵심 기능</a:t>
            </a:r>
            <a:endPar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599" name="AutoShape 14"/>
          <p:cNvSpPr/>
          <p:nvPr>
            <p:custDataLst>
              <p:tags r:id="rId11"/>
            </p:custDataLst>
          </p:nvPr>
        </p:nvSpPr>
        <p:spPr>
          <a:xfrm>
            <a:off x="6350000" y="3412490"/>
            <a:ext cx="5196205" cy="995680"/>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0" tIns="0" rIns="0" bIns="0" rtlCol="0" anchor="ctr" anchorCtr="0"/>
          <a:p>
            <a:pPr algn="ctr"/>
          </a:p>
        </p:txBody>
      </p:sp>
      <p:sp>
        <p:nvSpPr>
          <p:cNvPr id="1048600" name="AutoShape 15"/>
          <p:cNvSpPr/>
          <p:nvPr>
            <p:custDataLst>
              <p:tags r:id="rId12"/>
            </p:custDataLst>
          </p:nvPr>
        </p:nvSpPr>
        <p:spPr>
          <a:xfrm>
            <a:off x="6540500" y="3555365"/>
            <a:ext cx="508000" cy="508000"/>
          </a:xfrm>
          <a:prstGeom prst="ellipse">
            <a:avLst/>
          </a:prstGeom>
          <a:solidFill>
            <a:srgbClr val="4CAF50">
              <a:alpha val="100000"/>
            </a:srgbClr>
          </a:solidFill>
          <a:ln w="25400" cap="flat" cmpd="sng">
            <a:noFill/>
            <a:prstDash val="solid"/>
            <a:round/>
          </a:ln>
        </p:spPr>
        <p:txBody>
          <a:bodyPr vert="horz" wrap="square" lIns="0" tIns="0" rIns="0" bIns="0" rtlCol="0" anchor="ctr" anchorCtr="0"/>
          <a:p>
            <a:pPr marL="0" indent="0" algn="ctr">
              <a:lnSpc>
                <a:spcPct val="125000"/>
              </a:lnSpc>
            </a:pPr>
            <a:r>
              <a:rPr lang="en-US" sz="1800" b="1" i="0" u="none" strike="noStrike">
                <a:solidFill>
                  <a:srgbClr val="FFFFFF"/>
                </a:solidFill>
                <a:latin typeface="Poppins"/>
                <a:ea typeface="Poppins"/>
                <a:cs typeface="Poppins"/>
                <a:sym typeface="Poppins"/>
              </a:rPr>
              <a:t>4</a:t>
            </a:r>
            <a:endParaRPr lang="en-US" sz="1100"/>
          </a:p>
        </p:txBody>
      </p:sp>
      <p:sp>
        <p:nvSpPr>
          <p:cNvPr id="1048601" name="AutoShape 16"/>
          <p:cNvSpPr/>
          <p:nvPr>
            <p:custDataLst>
              <p:tags r:id="rId13"/>
            </p:custDataLst>
          </p:nvPr>
        </p:nvSpPr>
        <p:spPr>
          <a:xfrm>
            <a:off x="7140575" y="3434715"/>
            <a:ext cx="4064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333333"/>
                </a:solidFill>
                <a:latin typeface="Poppins"/>
                <a:ea typeface="Poppins"/>
                <a:cs typeface="Poppins"/>
                <a:sym typeface="Poppins"/>
              </a:rPr>
              <a:t>Standard Workflow</a:t>
            </a:r>
            <a:endParaRPr lang="en-US"/>
          </a:p>
          <a:p>
            <a:pPr marL="0" indent="0" algn="l">
              <a:lnSpc>
                <a:spcPct val="125000"/>
              </a:lnSpc>
            </a:pPr>
            <a:r>
              <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표준 작업 흐름</a:t>
            </a:r>
            <a:endPar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602" name="AutoShape 17"/>
          <p:cNvSpPr/>
          <p:nvPr>
            <p:custDataLst>
              <p:tags r:id="rId14"/>
            </p:custDataLst>
          </p:nvPr>
        </p:nvSpPr>
        <p:spPr>
          <a:xfrm>
            <a:off x="536575" y="4843145"/>
            <a:ext cx="5305425" cy="1068705"/>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0" tIns="0" rIns="0" bIns="0" rtlCol="0" anchor="ctr" anchorCtr="0"/>
          <a:p>
            <a:pPr algn="ctr"/>
          </a:p>
        </p:txBody>
      </p:sp>
      <p:sp>
        <p:nvSpPr>
          <p:cNvPr id="1048603" name="AutoShape 18"/>
          <p:cNvSpPr/>
          <p:nvPr>
            <p:custDataLst>
              <p:tags r:id="rId15"/>
            </p:custDataLst>
          </p:nvPr>
        </p:nvSpPr>
        <p:spPr>
          <a:xfrm>
            <a:off x="1006475" y="5090795"/>
            <a:ext cx="508000" cy="508000"/>
          </a:xfrm>
          <a:prstGeom prst="ellipse">
            <a:avLst/>
          </a:prstGeom>
          <a:solidFill>
            <a:srgbClr val="4CAF50">
              <a:alpha val="100000"/>
            </a:srgbClr>
          </a:solidFill>
          <a:ln w="25400" cap="flat" cmpd="sng">
            <a:noFill/>
            <a:prstDash val="solid"/>
            <a:round/>
          </a:ln>
        </p:spPr>
        <p:txBody>
          <a:bodyPr vert="horz" wrap="square" lIns="0" tIns="0" rIns="0" bIns="0" rtlCol="0" anchor="ctr" anchorCtr="0"/>
          <a:p>
            <a:pPr marL="0" indent="0" algn="ctr">
              <a:lnSpc>
                <a:spcPct val="125000"/>
              </a:lnSpc>
            </a:pPr>
            <a:r>
              <a:rPr lang="en-US" sz="1800" b="1" i="0" u="none" strike="noStrike">
                <a:solidFill>
                  <a:srgbClr val="FFFFFF"/>
                </a:solidFill>
                <a:latin typeface="Poppins"/>
                <a:ea typeface="Poppins"/>
                <a:cs typeface="Poppins"/>
                <a:sym typeface="Poppins"/>
              </a:rPr>
              <a:t>5</a:t>
            </a:r>
            <a:endParaRPr lang="en-US" sz="1100"/>
          </a:p>
        </p:txBody>
      </p:sp>
      <p:sp>
        <p:nvSpPr>
          <p:cNvPr id="1048604" name="AutoShape 19"/>
          <p:cNvSpPr/>
          <p:nvPr>
            <p:custDataLst>
              <p:tags r:id="rId16"/>
            </p:custDataLst>
          </p:nvPr>
        </p:nvSpPr>
        <p:spPr>
          <a:xfrm>
            <a:off x="1651000" y="4963160"/>
            <a:ext cx="4064000" cy="762000"/>
          </a:xfrm>
          <a:prstGeom prst="rect">
            <a:avLst/>
          </a:prstGeom>
          <a:noFill/>
          <a:ln w="12700" cap="flat" cmpd="sng">
            <a:noFill/>
            <a:prstDash val="solid"/>
            <a:round/>
          </a:ln>
        </p:spPr>
        <p:txBody>
          <a:bodyPr vert="horz" wrap="square" lIns="0" tIns="0" rIns="0" bIns="0" rtlCol="0" anchor="ctr" anchorCtr="0"/>
          <a:p>
            <a:pPr marL="0" algn="l">
              <a:lnSpc>
                <a:spcPct val="125000"/>
              </a:lnSpc>
              <a:buSzTx/>
            </a:pPr>
            <a:r>
              <a:rPr lang="en-US" sz="2000" b="1" i="0" u="none" strike="noStrike">
                <a:solidFill>
                  <a:srgbClr val="333333"/>
                </a:solidFill>
                <a:latin typeface="Poppins"/>
                <a:ea typeface="Poppins"/>
                <a:cs typeface="Poppins"/>
                <a:sym typeface="Poppins"/>
              </a:rPr>
              <a:t>Pros and Cons</a:t>
            </a:r>
            <a:endParaRPr lang="en-US" sz="2000" b="1">
              <a:solidFill>
                <a:srgbClr val="333333"/>
              </a:solidFill>
              <a:latin typeface="Poppins"/>
              <a:ea typeface="Poppins"/>
              <a:cs typeface="Poppins"/>
            </a:endParaRPr>
          </a:p>
          <a:p>
            <a:pPr marL="0"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장단점</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605" name="AutoShape 20"/>
          <p:cNvSpPr/>
          <p:nvPr>
            <p:custDataLst>
              <p:tags r:id="rId17"/>
            </p:custDataLst>
          </p:nvPr>
        </p:nvSpPr>
        <p:spPr>
          <a:xfrm>
            <a:off x="6350000" y="4843145"/>
            <a:ext cx="5196205" cy="1069340"/>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0" tIns="0" rIns="0" bIns="0" rtlCol="0" anchor="ctr" anchorCtr="0"/>
          <a:p>
            <a:pPr algn="ctr"/>
          </a:p>
        </p:txBody>
      </p:sp>
      <p:sp>
        <p:nvSpPr>
          <p:cNvPr id="1048606" name="AutoShape 21"/>
          <p:cNvSpPr/>
          <p:nvPr>
            <p:custDataLst>
              <p:tags r:id="rId18"/>
            </p:custDataLst>
          </p:nvPr>
        </p:nvSpPr>
        <p:spPr>
          <a:xfrm>
            <a:off x="6731000" y="5090795"/>
            <a:ext cx="508000" cy="508000"/>
          </a:xfrm>
          <a:prstGeom prst="ellipse">
            <a:avLst/>
          </a:prstGeom>
          <a:solidFill>
            <a:srgbClr val="4CAF50">
              <a:alpha val="100000"/>
            </a:srgbClr>
          </a:solidFill>
          <a:ln w="25400" cap="flat" cmpd="sng">
            <a:noFill/>
            <a:prstDash val="solid"/>
            <a:round/>
          </a:ln>
        </p:spPr>
        <p:txBody>
          <a:bodyPr vert="horz" wrap="square" lIns="0" tIns="0" rIns="0" bIns="0" rtlCol="0" anchor="ctr" anchorCtr="0"/>
          <a:p>
            <a:pPr marL="0" indent="0" algn="ctr">
              <a:lnSpc>
                <a:spcPct val="125000"/>
              </a:lnSpc>
            </a:pPr>
            <a:r>
              <a:rPr lang="en-US" sz="1800" b="1" i="0" u="none" strike="noStrike">
                <a:solidFill>
                  <a:srgbClr val="FFFFFF"/>
                </a:solidFill>
                <a:latin typeface="Poppins"/>
                <a:ea typeface="Poppins"/>
                <a:cs typeface="Poppins"/>
                <a:sym typeface="Poppins"/>
              </a:rPr>
              <a:t>6</a:t>
            </a:r>
            <a:endParaRPr lang="en-US" sz="1100"/>
          </a:p>
        </p:txBody>
      </p:sp>
      <p:sp>
        <p:nvSpPr>
          <p:cNvPr id="1048607" name="AutoShape 22"/>
          <p:cNvSpPr/>
          <p:nvPr>
            <p:custDataLst>
              <p:tags r:id="rId19"/>
            </p:custDataLst>
          </p:nvPr>
        </p:nvSpPr>
        <p:spPr>
          <a:xfrm>
            <a:off x="7285990" y="4963160"/>
            <a:ext cx="4064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333333"/>
                </a:solidFill>
                <a:latin typeface="Poppins"/>
                <a:ea typeface="Poppins"/>
                <a:cs typeface="Poppins"/>
                <a:sym typeface="Poppins"/>
              </a:rPr>
              <a:t>Summary</a:t>
            </a:r>
            <a:endParaRPr lang="en-US"/>
          </a:p>
          <a:p>
            <a:pPr marL="0" indent="0" algn="l">
              <a:lnSpc>
                <a:spcPct val="125000"/>
              </a:lnSpc>
            </a:pPr>
            <a:r>
              <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요약</a:t>
            </a:r>
            <a:endPar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23" name=""/>
        <p:cNvGrpSpPr/>
        <p:nvPr/>
      </p:nvGrpSpPr>
      <p:grpSpPr>
        <a:xfrm>
          <a:off x="0" y="0"/>
          <a:ext cx="0" cy="0"/>
          <a:chOff x="0" y="0"/>
          <a:chExt cx="0" cy="0"/>
        </a:xfrm>
      </p:grpSpPr>
      <p:sp>
        <p:nvSpPr>
          <p:cNvPr id="1048614"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615" name="AutoShape 3"/>
          <p:cNvSpPr/>
          <p:nvPr/>
        </p:nvSpPr>
        <p:spPr>
          <a:xfrm>
            <a:off x="715645" y="55245"/>
            <a:ext cx="10668000" cy="140462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What is Sourcetree?</a:t>
            </a:r>
            <a:endParaRPr lang="en-US" sz="4400" b="1" i="0" u="none" strike="noStrike">
              <a:solidFill>
                <a:srgbClr val="333333"/>
              </a:solidFill>
              <a:latin typeface="Poppins"/>
              <a:ea typeface="Poppins"/>
              <a:cs typeface="Poppins"/>
              <a:sym typeface="Poppins"/>
            </a:endParaRPr>
          </a:p>
          <a:p>
            <a:pPr marL="0" indent="0" algn="l">
              <a:lnSpc>
                <a:spcPct val="125000"/>
              </a:lnSpc>
            </a:pPr>
            <a:r>
              <a:rPr lang="ko-KR" altLang="en-US" sz="2800" b="1" i="0" u="none" strike="noStrike">
                <a:solidFill>
                  <a:srgbClr val="333333"/>
                </a:solidFill>
                <a:latin typeface="Poppins"/>
                <a:ea typeface="Poppins"/>
                <a:cs typeface="Poppins"/>
                <a:sym typeface="Poppins"/>
              </a:rPr>
              <a:t>소스트리란 무엇인가?</a:t>
            </a:r>
            <a:endParaRPr lang="ko-KR" altLang="en-US" sz="2800" b="1" i="0" u="none" strike="noStrike">
              <a:solidFill>
                <a:srgbClr val="333333"/>
              </a:solidFill>
              <a:latin typeface="Poppins"/>
              <a:ea typeface="Poppins"/>
              <a:cs typeface="Poppins"/>
              <a:sym typeface="Poppins"/>
            </a:endParaRPr>
          </a:p>
        </p:txBody>
      </p:sp>
      <p:pic>
        <p:nvPicPr>
          <p:cNvPr id="2097152" name="Picture 4"/>
          <p:cNvPicPr>
            <a:picLocks noChangeAspect="1"/>
          </p:cNvPicPr>
          <p:nvPr/>
        </p:nvPicPr>
        <p:blipFill>
          <a:blip r:embed="rId2"/>
          <a:srcRect/>
          <a:stretch>
            <a:fillRect/>
          </a:stretch>
        </p:blipFill>
        <p:spPr>
          <a:xfrm>
            <a:off x="715645" y="1746885"/>
            <a:ext cx="2504440" cy="2504440"/>
          </a:xfrm>
          <a:prstGeom prst="rect">
            <a:avLst/>
          </a:prstGeom>
          <a:noFill/>
          <a:ln w="25400" cap="flat" cmpd="sng">
            <a:noFill/>
            <a:prstDash val="solid"/>
            <a:round/>
          </a:ln>
        </p:spPr>
      </p:pic>
      <p:sp>
        <p:nvSpPr>
          <p:cNvPr id="1048616" name="AutoShape 5"/>
          <p:cNvSpPr/>
          <p:nvPr/>
        </p:nvSpPr>
        <p:spPr>
          <a:xfrm>
            <a:off x="543560" y="4743450"/>
            <a:ext cx="2794000" cy="1604010"/>
          </a:xfrm>
          <a:prstGeom prst="rect">
            <a:avLst/>
          </a:prstGeom>
          <a:noFill/>
          <a:ln w="12700" cap="flat" cmpd="sng">
            <a:noFill/>
            <a:prstDash val="solid"/>
            <a:round/>
          </a:ln>
        </p:spPr>
        <p:txBody>
          <a:bodyPr vert="horz" wrap="square" lIns="0" tIns="0" rIns="0" bIns="0" rtlCol="0" anchor="ctr" anchorCtr="0"/>
          <a:p>
            <a:pPr marL="0" indent="0" algn="ctr">
              <a:lnSpc>
                <a:spcPct val="117000"/>
              </a:lnSpc>
            </a:pPr>
            <a:r>
              <a:rPr lang="en-US" sz="2400" b="1" i="0" u="none" strike="noStrike">
                <a:solidFill>
                  <a:srgbClr val="4CAF50"/>
                </a:solidFill>
                <a:latin typeface="Poppins"/>
                <a:ea typeface="Poppins"/>
                <a:cs typeface="Poppins"/>
                <a:sym typeface="Poppins"/>
              </a:rPr>
              <a:t>Simplify Git Workflow</a:t>
            </a:r>
            <a:br>
              <a:rPr lang="en-US" sz="2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An intuitive GUI to visualize</a:t>
            </a:r>
            <a:br>
              <a:rPr lang="en-US" sz="2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and manage your Git repositories.</a:t>
            </a:r>
            <a:endPar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617" name="AutoShape 6"/>
          <p:cNvSpPr/>
          <p:nvPr/>
        </p:nvSpPr>
        <p:spPr>
          <a:xfrm>
            <a:off x="3556000" y="1576705"/>
            <a:ext cx="7620000" cy="201739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Sourcetree is a free Git client that provides a clean, visual interface for managing your Git repositories. It eliminates the need for complex terminal commands, allowing you to easily see changes, commit history, branches, and merges through an intuitive graphical layout.</a:t>
            </a:r>
            <a:endParaRPr lang="en-US" sz="20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618" name="AutoShape 7"/>
          <p:cNvSpPr/>
          <p:nvPr>
            <p:custDataLst>
              <p:tags r:id="rId3"/>
            </p:custDataLst>
          </p:nvPr>
        </p:nvSpPr>
        <p:spPr>
          <a:xfrm>
            <a:off x="3658235" y="3867785"/>
            <a:ext cx="3682365" cy="1270635"/>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63500" tIns="63500" rIns="63500" bIns="63500" rtlCol="0" anchor="ctr"/>
          <a:p>
            <a:pPr algn="ctr"/>
          </a:p>
        </p:txBody>
      </p:sp>
      <p:pic>
        <p:nvPicPr>
          <p:cNvPr id="2097153" name="Picture 8"/>
          <p:cNvPicPr>
            <a:picLocks noChangeAspect="1"/>
          </p:cNvPicPr>
          <p:nvPr>
            <p:custDataLst>
              <p:tags r:id="rId4"/>
            </p:custDataLst>
          </p:nvPr>
        </p:nvPicPr>
        <p:blipFill>
          <a:blip r:embed="rId5"/>
          <a:stretch>
            <a:fillRect/>
          </a:stretch>
        </p:blipFill>
        <p:spPr>
          <a:xfrm>
            <a:off x="3816985" y="4121785"/>
            <a:ext cx="355600" cy="355600"/>
          </a:xfrm>
          <a:prstGeom prst="rect">
            <a:avLst/>
          </a:prstGeom>
        </p:spPr>
      </p:pic>
      <p:sp>
        <p:nvSpPr>
          <p:cNvPr id="1048619" name="AutoShape 9"/>
          <p:cNvSpPr/>
          <p:nvPr>
            <p:custDataLst>
              <p:tags r:id="rId6"/>
            </p:custDataLst>
          </p:nvPr>
        </p:nvSpPr>
        <p:spPr>
          <a:xfrm>
            <a:off x="4197985" y="3648710"/>
            <a:ext cx="3069590" cy="158432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333333"/>
                </a:solidFill>
                <a:latin typeface="Poppins"/>
                <a:ea typeface="Poppins"/>
                <a:cs typeface="Poppins"/>
                <a:sym typeface="Poppins"/>
              </a:rPr>
              <a:t>Git Client</a:t>
            </a:r>
            <a:endParaRPr lang="en-US"/>
          </a:p>
          <a:p>
            <a:pPr marL="0" indent="0" algn="l">
              <a:lnSpc>
                <a:spcPct val="100000"/>
              </a:lnSpc>
            </a:pPr>
            <a:r>
              <a:rPr lang="ko-KR" altLang="en-US"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사용자 친화적인 도구로 </a:t>
            </a:r>
            <a:r>
              <a:rPr lang="en-US" altLang="zh-CN"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Git </a:t>
            </a:r>
            <a:r>
              <a:rPr lang="ko-KR" altLang="en-US"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저장소와 연동하며, 버전 관리를 쉽게 사용할 수 있게 해줍니다.</a:t>
            </a:r>
            <a:endParaRPr lang="ko-KR" altLang="en-US"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620" name="AutoShape 10"/>
          <p:cNvSpPr/>
          <p:nvPr>
            <p:custDataLst>
              <p:tags r:id="rId7"/>
            </p:custDataLst>
          </p:nvPr>
        </p:nvSpPr>
        <p:spPr>
          <a:xfrm>
            <a:off x="7454900" y="3868420"/>
            <a:ext cx="3682365" cy="1270000"/>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63500" tIns="63500" rIns="63500" bIns="63500" rtlCol="0" anchor="ctr"/>
          <a:p>
            <a:pPr algn="ctr"/>
          </a:p>
        </p:txBody>
      </p:sp>
      <p:pic>
        <p:nvPicPr>
          <p:cNvPr id="2097154" name="Picture 11"/>
          <p:cNvPicPr>
            <a:picLocks noChangeAspect="1"/>
          </p:cNvPicPr>
          <p:nvPr>
            <p:custDataLst>
              <p:tags r:id="rId8"/>
            </p:custDataLst>
          </p:nvPr>
        </p:nvPicPr>
        <p:blipFill>
          <a:blip r:embed="rId9"/>
          <a:stretch>
            <a:fillRect/>
          </a:stretch>
        </p:blipFill>
        <p:spPr>
          <a:xfrm>
            <a:off x="7683500" y="4121785"/>
            <a:ext cx="355600" cy="355600"/>
          </a:xfrm>
          <a:prstGeom prst="rect">
            <a:avLst/>
          </a:prstGeom>
        </p:spPr>
      </p:pic>
      <p:sp>
        <p:nvSpPr>
          <p:cNvPr id="1048621" name="AutoShape 12"/>
          <p:cNvSpPr/>
          <p:nvPr>
            <p:custDataLst>
              <p:tags r:id="rId10"/>
            </p:custDataLst>
          </p:nvPr>
        </p:nvSpPr>
        <p:spPr>
          <a:xfrm>
            <a:off x="8128000" y="3594735"/>
            <a:ext cx="2842260" cy="169481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333333"/>
                </a:solidFill>
                <a:latin typeface="Poppins"/>
                <a:ea typeface="Poppins"/>
                <a:cs typeface="Poppins"/>
                <a:sym typeface="Poppins"/>
              </a:rPr>
              <a:t>Visual Interface</a:t>
            </a:r>
            <a:endParaRPr lang="en-US"/>
          </a:p>
          <a:p>
            <a:pPr marL="0" indent="0" algn="l">
              <a:lnSpc>
                <a:spcPct val="100000"/>
              </a:lnSpc>
            </a:pPr>
            <a:r>
              <a:rPr lang="ko-KR" altLang="en-US"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코드 기록, 브랜치, 병합 내용을 그래프로 보여주어 이해하기 쉽습니다.</a:t>
            </a:r>
            <a:endParaRPr lang="ko-KR" altLang="en-US"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622" name="AutoShape 13"/>
          <p:cNvSpPr/>
          <p:nvPr>
            <p:custDataLst>
              <p:tags r:id="rId11"/>
            </p:custDataLst>
          </p:nvPr>
        </p:nvSpPr>
        <p:spPr>
          <a:xfrm>
            <a:off x="3683635" y="5344160"/>
            <a:ext cx="3683000" cy="1206500"/>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63500" tIns="63500" rIns="63500" bIns="63500" rtlCol="0" anchor="ctr"/>
          <a:p>
            <a:pPr algn="ctr"/>
          </a:p>
        </p:txBody>
      </p:sp>
      <p:pic>
        <p:nvPicPr>
          <p:cNvPr id="2097155" name="Picture 14"/>
          <p:cNvPicPr>
            <a:picLocks noChangeAspect="1"/>
          </p:cNvPicPr>
          <p:nvPr>
            <p:custDataLst>
              <p:tags r:id="rId12"/>
            </p:custDataLst>
          </p:nvPr>
        </p:nvPicPr>
        <p:blipFill>
          <a:blip r:embed="rId13"/>
          <a:stretch>
            <a:fillRect/>
          </a:stretch>
        </p:blipFill>
        <p:spPr>
          <a:xfrm>
            <a:off x="3844925" y="5576570"/>
            <a:ext cx="355600" cy="355600"/>
          </a:xfrm>
          <a:prstGeom prst="rect">
            <a:avLst/>
          </a:prstGeom>
        </p:spPr>
      </p:pic>
      <p:sp>
        <p:nvSpPr>
          <p:cNvPr id="1048623" name="AutoShape 15"/>
          <p:cNvSpPr/>
          <p:nvPr>
            <p:custDataLst>
              <p:tags r:id="rId14"/>
            </p:custDataLst>
          </p:nvPr>
        </p:nvSpPr>
        <p:spPr>
          <a:xfrm>
            <a:off x="4318000" y="5076825"/>
            <a:ext cx="3048000" cy="167386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333333"/>
                </a:solidFill>
                <a:latin typeface="Poppins"/>
                <a:ea typeface="Poppins"/>
                <a:cs typeface="Poppins"/>
                <a:sym typeface="Poppins"/>
              </a:rPr>
              <a:t>100% Free</a:t>
            </a:r>
            <a:endParaRPr lang="en-US"/>
          </a:p>
          <a:p>
            <a:pPr marL="0" indent="0" algn="l">
              <a:lnSpc>
                <a:spcPct val="100000"/>
              </a:lnSpc>
            </a:pPr>
            <a:r>
              <a:rPr lang="ko-KR" altLang="en-US"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개인 및 상업적 사용 모두 무료이며, 숨겨진 비용이나 유료 등급이 없습니다</a:t>
            </a:r>
            <a:r>
              <a:rPr lang="en-US"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624" name="AutoShape 16"/>
          <p:cNvSpPr/>
          <p:nvPr>
            <p:custDataLst>
              <p:tags r:id="rId15"/>
            </p:custDataLst>
          </p:nvPr>
        </p:nvSpPr>
        <p:spPr>
          <a:xfrm>
            <a:off x="7454900" y="5344160"/>
            <a:ext cx="3683000" cy="1206500"/>
          </a:xfrm>
          <a:prstGeom prst="roundRect">
            <a:avLst>
              <a:gd name="adj" fmla="val 0"/>
            </a:avLst>
          </a:prstGeom>
          <a:solidFill>
            <a:srgbClr val="4CAF50">
              <a:alpha val="8000"/>
            </a:srgbClr>
          </a:solidFill>
          <a:ln w="12700" cap="flat" cmpd="sng">
            <a:solidFill>
              <a:srgbClr val="4CAF50">
                <a:alpha val="20000"/>
              </a:srgbClr>
            </a:solidFill>
            <a:prstDash val="solid"/>
            <a:round/>
          </a:ln>
        </p:spPr>
        <p:txBody>
          <a:bodyPr vert="horz" wrap="square" lIns="63500" tIns="63500" rIns="63500" bIns="63500" rtlCol="0" anchor="ctr"/>
          <a:p>
            <a:pPr algn="ctr"/>
          </a:p>
        </p:txBody>
      </p:sp>
      <p:pic>
        <p:nvPicPr>
          <p:cNvPr id="2097156" name="Picture 17"/>
          <p:cNvPicPr>
            <a:picLocks noChangeAspect="1"/>
          </p:cNvPicPr>
          <p:nvPr>
            <p:custDataLst>
              <p:tags r:id="rId16"/>
            </p:custDataLst>
          </p:nvPr>
        </p:nvPicPr>
        <p:blipFill>
          <a:blip r:embed="rId17"/>
          <a:stretch>
            <a:fillRect/>
          </a:stretch>
        </p:blipFill>
        <p:spPr>
          <a:xfrm>
            <a:off x="7683500" y="5576570"/>
            <a:ext cx="355600" cy="355600"/>
          </a:xfrm>
          <a:prstGeom prst="rect">
            <a:avLst/>
          </a:prstGeom>
        </p:spPr>
      </p:pic>
      <p:sp>
        <p:nvSpPr>
          <p:cNvPr id="1048625" name="AutoShape 18"/>
          <p:cNvSpPr/>
          <p:nvPr>
            <p:custDataLst>
              <p:tags r:id="rId18"/>
            </p:custDataLst>
          </p:nvPr>
        </p:nvSpPr>
        <p:spPr>
          <a:xfrm>
            <a:off x="8128000" y="5076825"/>
            <a:ext cx="2752725" cy="167386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333333"/>
                </a:solidFill>
                <a:latin typeface="Poppins"/>
                <a:ea typeface="Poppins"/>
                <a:cs typeface="Poppins"/>
                <a:sym typeface="Poppins"/>
              </a:rPr>
              <a:t>Cross-Platform</a:t>
            </a:r>
            <a:endParaRPr lang="en-US"/>
          </a:p>
          <a:p>
            <a:pPr marL="0" indent="0" algn="l">
              <a:lnSpc>
                <a:spcPct val="100000"/>
              </a:lnSpc>
            </a:pPr>
            <a:r>
              <a:rPr lang="ko-KR" altLang="en-US" b="1">
                <a:solidFill>
                  <a:srgbClr val="666666"/>
                </a:solidFill>
                <a:latin typeface="Noto Sans SC" panose="020B0200000000000000" charset="-122"/>
                <a:ea typeface="Noto Sans SC" panose="020B0200000000000000" charset="-122"/>
                <a:cs typeface="Noto Sans SC" panose="020B0200000000000000" charset="-122"/>
              </a:rPr>
              <a:t>윈도우와 맥OS 모두 지원하여 개발 환경에 제약이 없습니다.</a:t>
            </a:r>
            <a:endParaRPr lang="ko-KR" altLang="en-US" b="1">
              <a:solidFill>
                <a:srgbClr val="666666"/>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26" name=""/>
        <p:cNvGrpSpPr/>
        <p:nvPr/>
      </p:nvGrpSpPr>
      <p:grpSpPr>
        <a:xfrm>
          <a:off x="0" y="0"/>
          <a:ext cx="0" cy="0"/>
          <a:chOff x="0" y="0"/>
          <a:chExt cx="0" cy="0"/>
        </a:xfrm>
      </p:grpSpPr>
      <p:sp>
        <p:nvSpPr>
          <p:cNvPr id="104863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633" name="AutoShape 3"/>
          <p:cNvSpPr/>
          <p:nvPr/>
        </p:nvSpPr>
        <p:spPr>
          <a:xfrm>
            <a:off x="656590" y="182880"/>
            <a:ext cx="10668000" cy="109982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Why Use Sourcetree?</a:t>
            </a:r>
            <a:endParaRPr lang="en-US" sz="4400" b="1" i="0" u="none" strike="noStrike">
              <a:solidFill>
                <a:srgbClr val="333333"/>
              </a:solidFill>
              <a:latin typeface="Poppins"/>
              <a:ea typeface="Poppins"/>
              <a:cs typeface="Poppins"/>
              <a:sym typeface="Poppins"/>
            </a:endParaRPr>
          </a:p>
          <a:p>
            <a:pPr marL="0" indent="0" algn="l">
              <a:lnSpc>
                <a:spcPct val="125000"/>
              </a:lnSpc>
            </a:pPr>
            <a:r>
              <a:rPr lang="en-US" altLang="ko-KR" sz="2800" i="0" u="none" strike="noStrike">
                <a:solidFill>
                  <a:srgbClr val="333333"/>
                </a:solidFill>
                <a:latin typeface="Poppins"/>
                <a:ea typeface="Poppins"/>
                <a:cs typeface="Poppins"/>
                <a:sym typeface="Poppins"/>
              </a:rPr>
              <a:t> </a:t>
            </a:r>
            <a:r>
              <a:rPr lang="ko-KR" altLang="en-US" sz="2800" i="0" u="none" strike="noStrike">
                <a:solidFill>
                  <a:srgbClr val="333333"/>
                </a:solidFill>
                <a:latin typeface="Poppins"/>
                <a:ea typeface="Poppins"/>
                <a:cs typeface="Poppins"/>
                <a:sym typeface="Poppins"/>
              </a:rPr>
              <a:t>소스트리를 왜 사용할까요?</a:t>
            </a:r>
            <a:endParaRPr lang="ko-KR" altLang="en-US" sz="2800" i="0" u="none" strike="noStrike">
              <a:solidFill>
                <a:srgbClr val="333333"/>
              </a:solidFill>
              <a:latin typeface="Poppins"/>
              <a:ea typeface="Poppins"/>
              <a:cs typeface="Poppins"/>
              <a:sym typeface="Poppins"/>
            </a:endParaRPr>
          </a:p>
        </p:txBody>
      </p:sp>
      <p:pic>
        <p:nvPicPr>
          <p:cNvPr id="2097157" name="Picture 4"/>
          <p:cNvPicPr>
            <a:picLocks noChangeAspect="1"/>
          </p:cNvPicPr>
          <p:nvPr/>
        </p:nvPicPr>
        <p:blipFill>
          <a:blip r:embed="rId2"/>
          <a:srcRect l="66" r="66"/>
          <a:stretch>
            <a:fillRect/>
          </a:stretch>
        </p:blipFill>
        <p:spPr>
          <a:xfrm>
            <a:off x="599440" y="1627505"/>
            <a:ext cx="4480560" cy="2970530"/>
          </a:xfrm>
          <a:prstGeom prst="rect">
            <a:avLst/>
          </a:prstGeom>
          <a:noFill/>
          <a:ln w="25400" cap="flat" cmpd="sng">
            <a:solidFill>
              <a:srgbClr val="FFFFFF">
                <a:alpha val="90000"/>
              </a:srgbClr>
            </a:solidFill>
            <a:prstDash val="solid"/>
            <a:round/>
          </a:ln>
          <a:effectLst>
            <a:outerShdw blurRad="152400" dist="50800" dir="2700000" algn="tl">
              <a:srgbClr val="000000">
                <a:alpha val="15000"/>
              </a:srgbClr>
            </a:outerShdw>
          </a:effectLst>
        </p:spPr>
      </p:pic>
      <p:sp>
        <p:nvSpPr>
          <p:cNvPr id="1048634" name="AutoShape 5"/>
          <p:cNvSpPr/>
          <p:nvPr/>
        </p:nvSpPr>
        <p:spPr>
          <a:xfrm>
            <a:off x="634365" y="5023485"/>
            <a:ext cx="4445635" cy="1205230"/>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ko-KR" altLang="en-US" sz="1400" b="1" i="0" u="none" strike="noStrike">
                <a:solidFill>
                  <a:srgbClr val="4A4A4A"/>
                </a:solidFill>
                <a:latin typeface="Poppins"/>
                <a:ea typeface="Poppins"/>
                <a:cs typeface="Poppins"/>
                <a:sym typeface="Poppins"/>
              </a:rPr>
              <a:t>소스트리는 윈도우와 맥용 무료 </a:t>
            </a:r>
            <a:r>
              <a:rPr lang="en-US" altLang="zh-CN" sz="1400" b="1" i="0" u="none" strike="noStrike">
                <a:solidFill>
                  <a:srgbClr val="4A4A4A"/>
                </a:solidFill>
                <a:latin typeface="Poppins"/>
                <a:ea typeface="Poppins"/>
                <a:cs typeface="Poppins"/>
                <a:sym typeface="Poppins"/>
              </a:rPr>
              <a:t>Git GUI </a:t>
            </a:r>
            <a:r>
              <a:rPr lang="ko-KR" altLang="en-US" sz="1400" b="1" i="0" u="none" strike="noStrike">
                <a:solidFill>
                  <a:srgbClr val="4A4A4A"/>
                </a:solidFill>
                <a:latin typeface="Poppins"/>
                <a:ea typeface="Poppins"/>
                <a:cs typeface="Poppins"/>
                <a:sym typeface="Poppins"/>
              </a:rPr>
              <a:t>클라이언트입니다.</a:t>
            </a:r>
            <a:endParaRPr lang="ko-KR" altLang="en-US" sz="1400" b="1" i="0" u="none" strike="noStrike">
              <a:solidFill>
                <a:srgbClr val="4A4A4A"/>
              </a:solidFill>
              <a:latin typeface="Poppins"/>
              <a:ea typeface="Poppins"/>
              <a:cs typeface="Poppins"/>
              <a:sym typeface="Poppins"/>
            </a:endParaRPr>
          </a:p>
          <a:p>
            <a:pPr marL="0" indent="0" algn="l">
              <a:lnSpc>
                <a:spcPct val="117000"/>
              </a:lnSpc>
            </a:pPr>
            <a:r>
              <a:rPr lang="ko-KR" altLang="en-US" sz="1400" b="1" i="0" u="none" strike="noStrike">
                <a:solidFill>
                  <a:srgbClr val="4A4A4A"/>
                </a:solidFill>
                <a:latin typeface="Poppins"/>
                <a:ea typeface="Poppins"/>
                <a:cs typeface="Poppins"/>
                <a:sym typeface="Poppins"/>
              </a:rPr>
              <a:t>명령어를 외울 필요 없이 시각적 인터페이스로 </a:t>
            </a:r>
            <a:r>
              <a:rPr lang="en-US" altLang="zh-CN" sz="1400" b="1" i="0" u="none" strike="noStrike">
                <a:solidFill>
                  <a:srgbClr val="4A4A4A"/>
                </a:solidFill>
                <a:latin typeface="Poppins"/>
                <a:ea typeface="Poppins"/>
                <a:cs typeface="Poppins"/>
                <a:sym typeface="Poppins"/>
              </a:rPr>
              <a:t>Git</a:t>
            </a:r>
            <a:r>
              <a:rPr lang="ko-KR" altLang="en-US" sz="1400" b="1" i="0" u="none" strike="noStrike">
                <a:solidFill>
                  <a:srgbClr val="4A4A4A"/>
                </a:solidFill>
                <a:latin typeface="Poppins"/>
                <a:ea typeface="Poppins"/>
                <a:cs typeface="Poppins"/>
                <a:sym typeface="Poppins"/>
              </a:rPr>
              <a:t>을 다룰 수 있어 초보자가 배우기 쉽습니다.</a:t>
            </a:r>
            <a:endParaRPr lang="ko-KR" altLang="en-US" sz="1400" b="1" i="0" u="none" strike="noStrike">
              <a:solidFill>
                <a:srgbClr val="4A4A4A"/>
              </a:solidFill>
              <a:latin typeface="Poppins"/>
              <a:ea typeface="Poppins"/>
              <a:cs typeface="Poppins"/>
              <a:sym typeface="Poppins"/>
            </a:endParaRPr>
          </a:p>
          <a:p>
            <a:pPr marL="0" indent="0" algn="l">
              <a:lnSpc>
                <a:spcPct val="117000"/>
              </a:lnSpc>
            </a:pPr>
            <a:r>
              <a:rPr lang="ko-KR" altLang="en-US" sz="1400" b="1" i="0" u="none" strike="noStrike">
                <a:solidFill>
                  <a:srgbClr val="4A4A4A"/>
                </a:solidFill>
                <a:latin typeface="Poppins"/>
                <a:ea typeface="Poppins"/>
                <a:cs typeface="Poppins"/>
                <a:sym typeface="Poppins"/>
              </a:rPr>
              <a:t>커밋 기록과 브랜치 관계를 그래프로 확인할 수 있고, </a:t>
            </a:r>
            <a:r>
              <a:rPr lang="en-US" altLang="zh-CN" sz="1400" b="1" i="0" u="none" strike="noStrike">
                <a:solidFill>
                  <a:srgbClr val="4A4A4A"/>
                </a:solidFill>
                <a:latin typeface="Poppins"/>
                <a:ea typeface="Poppins"/>
                <a:cs typeface="Poppins"/>
                <a:sym typeface="Poppins"/>
              </a:rPr>
              <a:t>Git Flow, </a:t>
            </a:r>
            <a:r>
              <a:rPr lang="ko-KR" altLang="en-US" sz="1400" b="1" i="0" u="none" strike="noStrike">
                <a:solidFill>
                  <a:srgbClr val="4A4A4A"/>
                </a:solidFill>
                <a:latin typeface="Poppins"/>
                <a:ea typeface="Poppins"/>
                <a:cs typeface="Poppins"/>
                <a:sym typeface="Poppins"/>
              </a:rPr>
              <a:t>리베이스 등 고급 기능도 지원해 복잡한 작업도 쉽게 처리할 수 있습니다.</a:t>
            </a:r>
            <a:endParaRPr lang="ko-KR" altLang="en-US" sz="1400" b="1" i="0" u="none" strike="noStrike">
              <a:solidFill>
                <a:srgbClr val="4A4A4A"/>
              </a:solidFill>
              <a:latin typeface="Poppins"/>
              <a:ea typeface="Poppins"/>
              <a:cs typeface="Poppins"/>
              <a:sym typeface="Poppins"/>
            </a:endParaRPr>
          </a:p>
        </p:txBody>
      </p:sp>
      <p:sp>
        <p:nvSpPr>
          <p:cNvPr id="1048635" name="AutoShape 6"/>
          <p:cNvSpPr/>
          <p:nvPr>
            <p:custDataLst>
              <p:tags r:id="rId3"/>
            </p:custDataLst>
          </p:nvPr>
        </p:nvSpPr>
        <p:spPr>
          <a:xfrm>
            <a:off x="5390916" y="1483360"/>
            <a:ext cx="3158409" cy="2386889"/>
          </a:xfrm>
          <a:prstGeom prst="roundRect">
            <a:avLst>
              <a:gd name="adj" fmla="val 0"/>
            </a:avLst>
          </a:prstGeom>
          <a:solidFill>
            <a:srgbClr val="FFFFFF">
              <a:alpha val="75000"/>
            </a:srgbClr>
          </a:solidFill>
          <a:ln w="12700" cap="flat" cmpd="sng">
            <a:solidFill>
              <a:srgbClr val="4CAF50">
                <a:alpha val="25000"/>
              </a:srgbClr>
            </a:solidFill>
            <a:prstDash val="solid"/>
            <a:round/>
          </a:ln>
        </p:spPr>
        <p:txBody>
          <a:bodyPr vert="horz" wrap="square" lIns="63500" tIns="63500" rIns="63500" bIns="63500" rtlCol="0" anchor="ctr"/>
          <a:p>
            <a:pPr algn="ctr"/>
          </a:p>
        </p:txBody>
      </p:sp>
      <p:pic>
        <p:nvPicPr>
          <p:cNvPr id="2097158" name="Picture 7"/>
          <p:cNvPicPr>
            <a:picLocks noChangeAspect="1"/>
          </p:cNvPicPr>
          <p:nvPr>
            <p:custDataLst>
              <p:tags r:id="rId4"/>
            </p:custDataLst>
          </p:nvPr>
        </p:nvPicPr>
        <p:blipFill>
          <a:blip r:embed="rId5"/>
          <a:stretch>
            <a:fillRect/>
          </a:stretch>
        </p:blipFill>
        <p:spPr>
          <a:xfrm>
            <a:off x="5685990" y="1866758"/>
            <a:ext cx="375044" cy="375044"/>
          </a:xfrm>
          <a:prstGeom prst="rect">
            <a:avLst/>
          </a:prstGeom>
        </p:spPr>
      </p:pic>
      <p:sp>
        <p:nvSpPr>
          <p:cNvPr id="1048636" name="AutoShape 8"/>
          <p:cNvSpPr/>
          <p:nvPr>
            <p:custDataLst>
              <p:tags r:id="rId6"/>
            </p:custDataLst>
          </p:nvPr>
        </p:nvSpPr>
        <p:spPr>
          <a:xfrm>
            <a:off x="6178291" y="1894063"/>
            <a:ext cx="2210083" cy="348255"/>
          </a:xfrm>
          <a:prstGeom prst="rect">
            <a:avLst/>
          </a:prstGeom>
          <a:noFill/>
          <a:ln w="12700" cap="flat" cmpd="sng">
            <a:noFill/>
            <a:prstDash val="solid"/>
            <a:round/>
          </a:ln>
        </p:spPr>
        <p:txBody>
          <a:bodyPr vert="horz" wrap="square" lIns="0" tIns="0" rIns="0" bIns="0" rtlCol="0" anchor="ctr" anchorCtr="0"/>
          <a:p>
            <a:pPr marL="0" algn="l">
              <a:lnSpc>
                <a:spcPct val="125000"/>
              </a:lnSpc>
              <a:buSzTx/>
            </a:pPr>
            <a:r>
              <a:rPr lang="en-US" sz="2000" b="1" i="0" u="none" strike="noStrike">
                <a:solidFill>
                  <a:srgbClr val="4CAF50"/>
                </a:solidFill>
                <a:latin typeface="Poppins"/>
                <a:ea typeface="Poppins"/>
                <a:cs typeface="Poppins"/>
                <a:sym typeface="Poppins"/>
              </a:rPr>
              <a:t>Simpler Learning</a:t>
            </a:r>
            <a:endParaRPr lang="en-US" sz="2000" b="1" i="0" u="none" strike="noStrike">
              <a:solidFill>
                <a:srgbClr val="4CAF50"/>
              </a:solidFill>
              <a:latin typeface="Poppins"/>
              <a:ea typeface="Poppins"/>
              <a:cs typeface="Poppins"/>
              <a:sym typeface="Poppins"/>
            </a:endParaRPr>
          </a:p>
          <a:p>
            <a:pPr marL="0" algn="l">
              <a:lnSpc>
                <a:spcPct val="125000"/>
              </a:lnSpc>
              <a:buSzTx/>
            </a:pPr>
            <a:r>
              <a:rPr lang="en-US" altLang="ko-KR" sz="2000" i="0" u="none" strike="noStrike">
                <a:solidFill>
                  <a:srgbClr val="4CAF50"/>
                </a:solidFill>
                <a:latin typeface="Poppins"/>
                <a:ea typeface="Poppins"/>
                <a:cs typeface="Poppins"/>
                <a:sym typeface="Poppins"/>
              </a:rPr>
              <a:t>  </a:t>
            </a:r>
            <a:r>
              <a:rPr lang="ko-KR" altLang="en-US" sz="2000" i="0" u="none" strike="noStrike">
                <a:solidFill>
                  <a:srgbClr val="4CAF50"/>
                </a:solidFill>
                <a:latin typeface="Poppins"/>
                <a:ea typeface="Poppins"/>
                <a:cs typeface="Poppins"/>
                <a:sym typeface="Poppins"/>
              </a:rPr>
              <a:t>배우기 쉬움</a:t>
            </a:r>
            <a:endParaRPr lang="ko-KR" altLang="en-US" sz="2000" i="0" u="none" strike="noStrike">
              <a:solidFill>
                <a:srgbClr val="4CAF50"/>
              </a:solidFill>
              <a:latin typeface="Poppins"/>
              <a:ea typeface="Poppins"/>
              <a:cs typeface="Poppins"/>
              <a:sym typeface="Poppins"/>
            </a:endParaRPr>
          </a:p>
        </p:txBody>
      </p:sp>
      <p:sp>
        <p:nvSpPr>
          <p:cNvPr id="1048637" name="AutoShape 9"/>
          <p:cNvSpPr/>
          <p:nvPr>
            <p:custDataLst>
              <p:tags r:id="rId7"/>
            </p:custDataLst>
          </p:nvPr>
        </p:nvSpPr>
        <p:spPr>
          <a:xfrm>
            <a:off x="5803465" y="2463833"/>
            <a:ext cx="2544944" cy="120550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sz="1600" b="0" i="0" u="none" strike="noStrike">
                <a:solidFill>
                  <a:srgbClr val="555555"/>
                </a:solidFill>
                <a:latin typeface="Poppins"/>
                <a:ea typeface="Poppins"/>
                <a:cs typeface="Poppins"/>
                <a:sym typeface="Poppins"/>
              </a:rPr>
              <a:t>Visual diagrams demystify Git's branching and merging, helping beginners grasp core concepts faster than command-line alone.</a:t>
            </a:r>
            <a:endParaRPr lang="en-US" sz="1600" b="0" i="0" u="none" strike="noStrike">
              <a:solidFill>
                <a:srgbClr val="555555"/>
              </a:solidFill>
              <a:latin typeface="Poppins"/>
              <a:ea typeface="Poppins"/>
              <a:cs typeface="Poppins"/>
              <a:sym typeface="Poppins"/>
            </a:endParaRPr>
          </a:p>
        </p:txBody>
      </p:sp>
      <p:sp>
        <p:nvSpPr>
          <p:cNvPr id="1048638" name="AutoShape 10"/>
          <p:cNvSpPr/>
          <p:nvPr>
            <p:custDataLst>
              <p:tags r:id="rId8"/>
            </p:custDataLst>
          </p:nvPr>
        </p:nvSpPr>
        <p:spPr>
          <a:xfrm>
            <a:off x="8817214" y="1483360"/>
            <a:ext cx="3094116" cy="2386889"/>
          </a:xfrm>
          <a:prstGeom prst="roundRect">
            <a:avLst>
              <a:gd name="adj" fmla="val 0"/>
            </a:avLst>
          </a:prstGeom>
          <a:solidFill>
            <a:srgbClr val="FFFFFF">
              <a:alpha val="75000"/>
            </a:srgbClr>
          </a:solidFill>
          <a:ln w="12700" cap="flat" cmpd="sng">
            <a:solidFill>
              <a:srgbClr val="4CAF50">
                <a:alpha val="25000"/>
              </a:srgbClr>
            </a:solidFill>
            <a:prstDash val="solid"/>
            <a:round/>
          </a:ln>
        </p:spPr>
        <p:txBody>
          <a:bodyPr vert="horz" wrap="square" lIns="63500" tIns="63500" rIns="63500" bIns="63500" rtlCol="0" anchor="ctr"/>
          <a:p>
            <a:pPr algn="ctr"/>
          </a:p>
        </p:txBody>
      </p:sp>
      <p:pic>
        <p:nvPicPr>
          <p:cNvPr id="2097159" name="Picture 11"/>
          <p:cNvPicPr>
            <a:picLocks noChangeAspect="1"/>
          </p:cNvPicPr>
          <p:nvPr>
            <p:custDataLst>
              <p:tags r:id="rId9"/>
            </p:custDataLst>
          </p:nvPr>
        </p:nvPicPr>
        <p:blipFill>
          <a:blip r:embed="rId10"/>
          <a:stretch>
            <a:fillRect/>
          </a:stretch>
        </p:blipFill>
        <p:spPr>
          <a:xfrm>
            <a:off x="9018131" y="1865488"/>
            <a:ext cx="375044" cy="375044"/>
          </a:xfrm>
          <a:prstGeom prst="rect">
            <a:avLst/>
          </a:prstGeom>
        </p:spPr>
      </p:pic>
      <p:sp>
        <p:nvSpPr>
          <p:cNvPr id="1048639" name="AutoShape 12"/>
          <p:cNvSpPr/>
          <p:nvPr>
            <p:custDataLst>
              <p:tags r:id="rId11"/>
            </p:custDataLst>
          </p:nvPr>
        </p:nvSpPr>
        <p:spPr>
          <a:xfrm>
            <a:off x="9486936" y="1941053"/>
            <a:ext cx="2210083" cy="34825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4CAF50"/>
                </a:solidFill>
                <a:latin typeface="Poppins"/>
                <a:ea typeface="Poppins"/>
                <a:cs typeface="Poppins"/>
                <a:sym typeface="Poppins"/>
              </a:rPr>
              <a:t>No CLI Needed</a:t>
            </a:r>
            <a:endParaRPr lang="en-US" sz="2000" b="1" i="0" u="none" strike="noStrike">
              <a:solidFill>
                <a:srgbClr val="4CAF50"/>
              </a:solidFill>
              <a:latin typeface="Poppins"/>
              <a:ea typeface="Poppins"/>
              <a:cs typeface="Poppins"/>
              <a:sym typeface="Poppins"/>
            </a:endParaRPr>
          </a:p>
          <a:p>
            <a:pPr marL="0" indent="0" algn="l">
              <a:lnSpc>
                <a:spcPct val="125000"/>
              </a:lnSpc>
            </a:pPr>
            <a:r>
              <a:rPr lang="en-US" altLang="ko-KR" sz="2000" i="0" u="none" strike="noStrike">
                <a:solidFill>
                  <a:srgbClr val="4CAF50"/>
                </a:solidFill>
                <a:latin typeface="Poppins"/>
                <a:ea typeface="Poppins"/>
                <a:cs typeface="Poppins"/>
                <a:sym typeface="Poppins"/>
              </a:rPr>
              <a:t> </a:t>
            </a:r>
            <a:r>
              <a:rPr lang="ko-KR" altLang="en-US" sz="2000" i="0" u="none" strike="noStrike">
                <a:solidFill>
                  <a:srgbClr val="4CAF50"/>
                </a:solidFill>
                <a:latin typeface="Poppins"/>
                <a:ea typeface="Poppins"/>
                <a:cs typeface="Poppins"/>
                <a:sym typeface="Poppins"/>
              </a:rPr>
              <a:t>명령줄 불필요</a:t>
            </a:r>
            <a:endParaRPr lang="ko-KR" altLang="en-US" sz="2000" i="0" u="none" strike="noStrike">
              <a:solidFill>
                <a:srgbClr val="4CAF50"/>
              </a:solidFill>
              <a:latin typeface="Poppins"/>
              <a:ea typeface="Poppins"/>
              <a:cs typeface="Poppins"/>
              <a:sym typeface="Poppins"/>
            </a:endParaRPr>
          </a:p>
        </p:txBody>
      </p:sp>
      <p:sp>
        <p:nvSpPr>
          <p:cNvPr id="1048640" name="AutoShape 13"/>
          <p:cNvSpPr/>
          <p:nvPr>
            <p:custDataLst>
              <p:tags r:id="rId12"/>
            </p:custDataLst>
          </p:nvPr>
        </p:nvSpPr>
        <p:spPr>
          <a:xfrm>
            <a:off x="9018131" y="2463833"/>
            <a:ext cx="2544944" cy="120550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b="0" i="0" u="none" strike="noStrike">
                <a:solidFill>
                  <a:srgbClr val="555555"/>
                </a:solidFill>
                <a:latin typeface="Poppins"/>
                <a:ea typeface="Poppins"/>
                <a:cs typeface="Poppins"/>
                <a:sym typeface="Poppins"/>
              </a:rPr>
              <a:t>Execute commits, pushes, pulls, and merges with intuitive point-and-click actions—no need to memorize complex commands.</a:t>
            </a:r>
            <a:endParaRPr lang="en-US" b="0" i="0" u="none" strike="noStrike">
              <a:solidFill>
                <a:srgbClr val="555555"/>
              </a:solidFill>
              <a:latin typeface="Poppins"/>
              <a:ea typeface="Poppins"/>
              <a:cs typeface="Poppins"/>
              <a:sym typeface="Poppins"/>
            </a:endParaRPr>
          </a:p>
        </p:txBody>
      </p:sp>
      <p:sp>
        <p:nvSpPr>
          <p:cNvPr id="1048641" name="AutoShape 14"/>
          <p:cNvSpPr/>
          <p:nvPr>
            <p:custDataLst>
              <p:tags r:id="rId13"/>
            </p:custDataLst>
          </p:nvPr>
        </p:nvSpPr>
        <p:spPr>
          <a:xfrm>
            <a:off x="5390515" y="4070985"/>
            <a:ext cx="3159125" cy="2387600"/>
          </a:xfrm>
          <a:prstGeom prst="roundRect">
            <a:avLst>
              <a:gd name="adj" fmla="val 0"/>
            </a:avLst>
          </a:prstGeom>
          <a:solidFill>
            <a:srgbClr val="FFFFFF">
              <a:alpha val="75000"/>
            </a:srgbClr>
          </a:solidFill>
          <a:ln w="12700" cap="flat" cmpd="sng">
            <a:solidFill>
              <a:srgbClr val="4CAF50">
                <a:alpha val="25000"/>
              </a:srgbClr>
            </a:solidFill>
            <a:prstDash val="solid"/>
            <a:round/>
          </a:ln>
        </p:spPr>
        <p:txBody>
          <a:bodyPr vert="horz" wrap="square" lIns="63500" tIns="63500" rIns="63500" bIns="63500" rtlCol="0" anchor="ctr"/>
          <a:p>
            <a:pPr algn="ctr"/>
          </a:p>
        </p:txBody>
      </p:sp>
      <p:pic>
        <p:nvPicPr>
          <p:cNvPr id="2097160" name="Picture 15"/>
          <p:cNvPicPr>
            <a:picLocks noChangeAspect="1"/>
          </p:cNvPicPr>
          <p:nvPr>
            <p:custDataLst>
              <p:tags r:id="rId14"/>
            </p:custDataLst>
          </p:nvPr>
        </p:nvPicPr>
        <p:blipFill>
          <a:blip r:embed="rId15"/>
          <a:stretch>
            <a:fillRect/>
          </a:stretch>
        </p:blipFill>
        <p:spPr>
          <a:xfrm>
            <a:off x="5685990" y="4272083"/>
            <a:ext cx="375044" cy="375044"/>
          </a:xfrm>
          <a:prstGeom prst="rect">
            <a:avLst/>
          </a:prstGeom>
        </p:spPr>
      </p:pic>
      <p:sp>
        <p:nvSpPr>
          <p:cNvPr id="1048642" name="AutoShape 16"/>
          <p:cNvSpPr/>
          <p:nvPr>
            <p:custDataLst>
              <p:tags r:id="rId16"/>
            </p:custDataLst>
          </p:nvPr>
        </p:nvSpPr>
        <p:spPr>
          <a:xfrm>
            <a:off x="6272271" y="4272083"/>
            <a:ext cx="2210083" cy="34825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4CAF50"/>
                </a:solidFill>
                <a:latin typeface="Poppins"/>
                <a:ea typeface="Poppins"/>
                <a:cs typeface="Poppins"/>
                <a:sym typeface="Poppins"/>
              </a:rPr>
              <a:t>Visual History</a:t>
            </a:r>
            <a:endParaRPr lang="en-US" sz="2000" b="1" i="0" u="none" strike="noStrike">
              <a:solidFill>
                <a:srgbClr val="4CAF50"/>
              </a:solidFill>
              <a:latin typeface="Poppins"/>
              <a:ea typeface="Poppins"/>
              <a:cs typeface="Poppins"/>
              <a:sym typeface="Poppins"/>
            </a:endParaRPr>
          </a:p>
          <a:p>
            <a:pPr marL="0" indent="0" algn="l">
              <a:lnSpc>
                <a:spcPct val="125000"/>
              </a:lnSpc>
            </a:pPr>
            <a:r>
              <a:rPr lang="ko-KR" altLang="en-US" sz="1800" i="0" u="none" strike="noStrike">
                <a:solidFill>
                  <a:srgbClr val="4CAF50"/>
                </a:solidFill>
                <a:latin typeface="Poppins"/>
                <a:ea typeface="Poppins"/>
                <a:cs typeface="Poppins"/>
                <a:sym typeface="Poppins"/>
              </a:rPr>
              <a:t>시각적 작업 기록</a:t>
            </a:r>
            <a:endParaRPr lang="ko-KR" altLang="en-US" sz="1800" i="0" u="none" strike="noStrike">
              <a:solidFill>
                <a:srgbClr val="4CAF50"/>
              </a:solidFill>
              <a:latin typeface="Poppins"/>
              <a:ea typeface="Poppins"/>
              <a:cs typeface="Poppins"/>
              <a:sym typeface="Poppins"/>
            </a:endParaRPr>
          </a:p>
        </p:txBody>
      </p:sp>
      <p:sp>
        <p:nvSpPr>
          <p:cNvPr id="1048643" name="AutoShape 17"/>
          <p:cNvSpPr/>
          <p:nvPr>
            <p:custDataLst>
              <p:tags r:id="rId17"/>
            </p:custDataLst>
          </p:nvPr>
        </p:nvSpPr>
        <p:spPr>
          <a:xfrm>
            <a:off x="5803465" y="4897733"/>
            <a:ext cx="2544944" cy="120550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sz="1600" b="0" i="0" u="none" strike="noStrike">
                <a:solidFill>
                  <a:srgbClr val="555555"/>
                </a:solidFill>
                <a:latin typeface="Poppins"/>
                <a:ea typeface="Poppins"/>
                <a:cs typeface="Poppins"/>
                <a:sym typeface="Poppins"/>
              </a:rPr>
              <a:t>See your project's commit history and branch relationships in a clear, interactive graph view for easy navigation.</a:t>
            </a:r>
            <a:endParaRPr lang="en-US" sz="1600" b="0" i="0" u="none" strike="noStrike">
              <a:solidFill>
                <a:srgbClr val="555555"/>
              </a:solidFill>
              <a:latin typeface="Poppins"/>
              <a:ea typeface="Poppins"/>
              <a:cs typeface="Poppins"/>
              <a:sym typeface="Poppins"/>
            </a:endParaRPr>
          </a:p>
        </p:txBody>
      </p:sp>
      <p:sp>
        <p:nvSpPr>
          <p:cNvPr id="1048644" name="AutoShape 18"/>
          <p:cNvSpPr/>
          <p:nvPr>
            <p:custDataLst>
              <p:tags r:id="rId18"/>
            </p:custDataLst>
          </p:nvPr>
        </p:nvSpPr>
        <p:spPr>
          <a:xfrm>
            <a:off x="8817214" y="4071166"/>
            <a:ext cx="3094116" cy="2387559"/>
          </a:xfrm>
          <a:prstGeom prst="roundRect">
            <a:avLst>
              <a:gd name="adj" fmla="val 0"/>
            </a:avLst>
          </a:prstGeom>
          <a:solidFill>
            <a:srgbClr val="FFFFFF">
              <a:alpha val="75000"/>
            </a:srgbClr>
          </a:solidFill>
          <a:ln w="12700" cap="flat" cmpd="sng">
            <a:solidFill>
              <a:srgbClr val="4CAF50">
                <a:alpha val="25000"/>
              </a:srgbClr>
            </a:solidFill>
            <a:prstDash val="solid"/>
            <a:round/>
          </a:ln>
        </p:spPr>
        <p:txBody>
          <a:bodyPr vert="horz" wrap="square" lIns="63500" tIns="63500" rIns="63500" bIns="63500" rtlCol="0" anchor="ctr"/>
          <a:p>
            <a:pPr algn="ctr"/>
          </a:p>
        </p:txBody>
      </p:sp>
      <p:pic>
        <p:nvPicPr>
          <p:cNvPr id="2097161" name="Picture 19"/>
          <p:cNvPicPr>
            <a:picLocks noChangeAspect="1"/>
          </p:cNvPicPr>
          <p:nvPr>
            <p:custDataLst>
              <p:tags r:id="rId19"/>
            </p:custDataLst>
          </p:nvPr>
        </p:nvPicPr>
        <p:blipFill>
          <a:blip r:embed="rId20"/>
          <a:stretch>
            <a:fillRect/>
          </a:stretch>
        </p:blipFill>
        <p:spPr>
          <a:xfrm>
            <a:off x="9017496" y="4272083"/>
            <a:ext cx="375044" cy="375044"/>
          </a:xfrm>
          <a:prstGeom prst="rect">
            <a:avLst/>
          </a:prstGeom>
        </p:spPr>
      </p:pic>
      <p:sp>
        <p:nvSpPr>
          <p:cNvPr id="1048645" name="AutoShape 20"/>
          <p:cNvSpPr/>
          <p:nvPr>
            <p:custDataLst>
              <p:tags r:id="rId21"/>
            </p:custDataLst>
          </p:nvPr>
        </p:nvSpPr>
        <p:spPr>
          <a:xfrm>
            <a:off x="9486936" y="4272083"/>
            <a:ext cx="2210083" cy="34825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4CAF50"/>
                </a:solidFill>
                <a:latin typeface="Poppins"/>
                <a:ea typeface="Poppins"/>
                <a:cs typeface="Poppins"/>
                <a:sym typeface="Poppins"/>
              </a:rPr>
              <a:t>Advanced Tools</a:t>
            </a:r>
            <a:endParaRPr lang="en-US" sz="2000" b="1" i="0" u="none" strike="noStrike">
              <a:solidFill>
                <a:srgbClr val="4CAF50"/>
              </a:solidFill>
              <a:latin typeface="Poppins"/>
              <a:ea typeface="Poppins"/>
              <a:cs typeface="Poppins"/>
              <a:sym typeface="Poppins"/>
            </a:endParaRPr>
          </a:p>
          <a:p>
            <a:pPr marL="0" indent="0" algn="l">
              <a:lnSpc>
                <a:spcPct val="125000"/>
              </a:lnSpc>
            </a:pPr>
            <a:r>
              <a:rPr lang="en-US" sz="2000" b="1" i="0" u="none" strike="noStrike">
                <a:solidFill>
                  <a:srgbClr val="4CAF50"/>
                </a:solidFill>
                <a:latin typeface="Poppins"/>
                <a:ea typeface="Poppins"/>
                <a:cs typeface="Poppins"/>
                <a:sym typeface="Poppins"/>
              </a:rPr>
              <a:t> </a:t>
            </a:r>
            <a:r>
              <a:rPr lang="ko-KR" altLang="en-US" sz="1800" i="0" u="none" strike="noStrike">
                <a:solidFill>
                  <a:srgbClr val="4CAF50"/>
                </a:solidFill>
                <a:latin typeface="Poppins"/>
                <a:ea typeface="Poppins"/>
                <a:cs typeface="Poppins"/>
                <a:sym typeface="Poppins"/>
              </a:rPr>
              <a:t>고급 내장 도구</a:t>
            </a:r>
            <a:endParaRPr lang="ko-KR" altLang="en-US" sz="1800" i="0" u="none" strike="noStrike">
              <a:solidFill>
                <a:srgbClr val="4CAF50"/>
              </a:solidFill>
              <a:latin typeface="Poppins"/>
              <a:ea typeface="Poppins"/>
              <a:cs typeface="Poppins"/>
              <a:sym typeface="Poppins"/>
            </a:endParaRPr>
          </a:p>
        </p:txBody>
      </p:sp>
      <p:sp>
        <p:nvSpPr>
          <p:cNvPr id="1048646" name="AutoShape 21"/>
          <p:cNvSpPr/>
          <p:nvPr>
            <p:custDataLst>
              <p:tags r:id="rId22"/>
            </p:custDataLst>
          </p:nvPr>
        </p:nvSpPr>
        <p:spPr>
          <a:xfrm>
            <a:off x="9071471" y="4897733"/>
            <a:ext cx="2544944" cy="120550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sz="1600" b="0" i="0" u="none" strike="noStrike">
                <a:solidFill>
                  <a:srgbClr val="555555"/>
                </a:solidFill>
                <a:latin typeface="Poppins"/>
                <a:ea typeface="Poppins"/>
                <a:cs typeface="Poppins"/>
                <a:sym typeface="Poppins"/>
              </a:rPr>
              <a:t>Built-in support for Git Flow, LFS, stashing, cherry-picking, and rebasing to handle complex workflows easily.</a:t>
            </a:r>
            <a:endParaRPr lang="en-US" sz="1600" b="0" i="0" u="none" strike="noStrike">
              <a:solidFill>
                <a:srgbClr val="555555"/>
              </a:solidFill>
              <a:latin typeface="Poppins"/>
              <a:ea typeface="Poppins"/>
              <a:cs typeface="Poppins"/>
              <a:sym typeface="Poppins"/>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97157"/>
                                        </p:tgtEl>
                                        <p:attrNameLst>
                                          <p:attrName>style.visibility</p:attrName>
                                        </p:attrNameLst>
                                      </p:cBhvr>
                                      <p:to>
                                        <p:strVal val="visible"/>
                                      </p:to>
                                    </p:set>
                                    <p:animEffect transition="in" filter="barn(inVertical)">
                                      <p:cBhvr>
                                        <p:cTn id="7" dur="500"/>
                                        <p:tgtEl>
                                          <p:spTgt spid="209715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48635"/>
                                        </p:tgtEl>
                                        <p:attrNameLst>
                                          <p:attrName>style.visibility</p:attrName>
                                        </p:attrNameLst>
                                      </p:cBhvr>
                                      <p:to>
                                        <p:strVal val="visible"/>
                                      </p:to>
                                    </p:set>
                                    <p:anim calcmode="lin" valueType="num">
                                      <p:cBhvr additive="base">
                                        <p:cTn id="12" dur="500" fill="hold"/>
                                        <p:tgtEl>
                                          <p:spTgt spid="1048635"/>
                                        </p:tgtEl>
                                        <p:attrNameLst>
                                          <p:attrName>ppt_x</p:attrName>
                                        </p:attrNameLst>
                                      </p:cBhvr>
                                      <p:tavLst>
                                        <p:tav tm="0">
                                          <p:val>
                                            <p:strVal val="#ppt_x"/>
                                          </p:val>
                                        </p:tav>
                                        <p:tav tm="100000">
                                          <p:val>
                                            <p:strVal val="#ppt_x"/>
                                          </p:val>
                                        </p:tav>
                                      </p:tavLst>
                                    </p:anim>
                                    <p:anim calcmode="lin" valueType="num">
                                      <p:cBhvr additive="base">
                                        <p:cTn id="13" dur="500" fill="hold"/>
                                        <p:tgtEl>
                                          <p:spTgt spid="104863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048636"/>
                                        </p:tgtEl>
                                        <p:attrNameLst>
                                          <p:attrName>style.visibility</p:attrName>
                                        </p:attrNameLst>
                                      </p:cBhvr>
                                      <p:to>
                                        <p:strVal val="visible"/>
                                      </p:to>
                                    </p:set>
                                    <p:anim calcmode="lin" valueType="num">
                                      <p:cBhvr additive="base">
                                        <p:cTn id="16" dur="500" fill="hold"/>
                                        <p:tgtEl>
                                          <p:spTgt spid="1048636"/>
                                        </p:tgtEl>
                                        <p:attrNameLst>
                                          <p:attrName>ppt_x</p:attrName>
                                        </p:attrNameLst>
                                      </p:cBhvr>
                                      <p:tavLst>
                                        <p:tav tm="0">
                                          <p:val>
                                            <p:strVal val="#ppt_x"/>
                                          </p:val>
                                        </p:tav>
                                        <p:tav tm="100000">
                                          <p:val>
                                            <p:strVal val="#ppt_x"/>
                                          </p:val>
                                        </p:tav>
                                      </p:tavLst>
                                    </p:anim>
                                    <p:anim calcmode="lin" valueType="num">
                                      <p:cBhvr additive="base">
                                        <p:cTn id="17" dur="500" fill="hold"/>
                                        <p:tgtEl>
                                          <p:spTgt spid="1048636"/>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097158"/>
                                        </p:tgtEl>
                                        <p:attrNameLst>
                                          <p:attrName>style.visibility</p:attrName>
                                        </p:attrNameLst>
                                      </p:cBhvr>
                                      <p:to>
                                        <p:strVal val="visible"/>
                                      </p:to>
                                    </p:set>
                                    <p:anim calcmode="lin" valueType="num">
                                      <p:cBhvr additive="base">
                                        <p:cTn id="20" dur="500" fill="hold"/>
                                        <p:tgtEl>
                                          <p:spTgt spid="2097158"/>
                                        </p:tgtEl>
                                        <p:attrNameLst>
                                          <p:attrName>ppt_x</p:attrName>
                                        </p:attrNameLst>
                                      </p:cBhvr>
                                      <p:tavLst>
                                        <p:tav tm="0">
                                          <p:val>
                                            <p:strVal val="#ppt_x"/>
                                          </p:val>
                                        </p:tav>
                                        <p:tav tm="100000">
                                          <p:val>
                                            <p:strVal val="#ppt_x"/>
                                          </p:val>
                                        </p:tav>
                                      </p:tavLst>
                                    </p:anim>
                                    <p:anim calcmode="lin" valueType="num">
                                      <p:cBhvr additive="base">
                                        <p:cTn id="21" dur="500" fill="hold"/>
                                        <p:tgtEl>
                                          <p:spTgt spid="2097158"/>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048637"/>
                                        </p:tgtEl>
                                        <p:attrNameLst>
                                          <p:attrName>style.visibility</p:attrName>
                                        </p:attrNameLst>
                                      </p:cBhvr>
                                      <p:to>
                                        <p:strVal val="visible"/>
                                      </p:to>
                                    </p:set>
                                    <p:anim calcmode="lin" valueType="num">
                                      <p:cBhvr additive="base">
                                        <p:cTn id="24" dur="500" fill="hold"/>
                                        <p:tgtEl>
                                          <p:spTgt spid="1048637"/>
                                        </p:tgtEl>
                                        <p:attrNameLst>
                                          <p:attrName>ppt_x</p:attrName>
                                        </p:attrNameLst>
                                      </p:cBhvr>
                                      <p:tavLst>
                                        <p:tav tm="0">
                                          <p:val>
                                            <p:strVal val="#ppt_x"/>
                                          </p:val>
                                        </p:tav>
                                        <p:tav tm="100000">
                                          <p:val>
                                            <p:strVal val="#ppt_x"/>
                                          </p:val>
                                        </p:tav>
                                      </p:tavLst>
                                    </p:anim>
                                    <p:anim calcmode="lin" valueType="num">
                                      <p:cBhvr additive="base">
                                        <p:cTn id="25" dur="500" fill="hold"/>
                                        <p:tgtEl>
                                          <p:spTgt spid="104863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48638"/>
                                        </p:tgtEl>
                                        <p:attrNameLst>
                                          <p:attrName>style.visibility</p:attrName>
                                        </p:attrNameLst>
                                      </p:cBhvr>
                                      <p:to>
                                        <p:strVal val="visible"/>
                                      </p:to>
                                    </p:set>
                                    <p:anim calcmode="lin" valueType="num">
                                      <p:cBhvr additive="base">
                                        <p:cTn id="30" dur="500" fill="hold"/>
                                        <p:tgtEl>
                                          <p:spTgt spid="1048638"/>
                                        </p:tgtEl>
                                        <p:attrNameLst>
                                          <p:attrName>ppt_x</p:attrName>
                                        </p:attrNameLst>
                                      </p:cBhvr>
                                      <p:tavLst>
                                        <p:tav tm="0">
                                          <p:val>
                                            <p:strVal val="#ppt_x"/>
                                          </p:val>
                                        </p:tav>
                                        <p:tav tm="100000">
                                          <p:val>
                                            <p:strVal val="#ppt_x"/>
                                          </p:val>
                                        </p:tav>
                                      </p:tavLst>
                                    </p:anim>
                                    <p:anim calcmode="lin" valueType="num">
                                      <p:cBhvr additive="base">
                                        <p:cTn id="31" dur="500" fill="hold"/>
                                        <p:tgtEl>
                                          <p:spTgt spid="1048638"/>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2097159"/>
                                        </p:tgtEl>
                                        <p:attrNameLst>
                                          <p:attrName>style.visibility</p:attrName>
                                        </p:attrNameLst>
                                      </p:cBhvr>
                                      <p:to>
                                        <p:strVal val="visible"/>
                                      </p:to>
                                    </p:set>
                                    <p:anim calcmode="lin" valueType="num">
                                      <p:cBhvr additive="base">
                                        <p:cTn id="34" dur="500" fill="hold"/>
                                        <p:tgtEl>
                                          <p:spTgt spid="2097159"/>
                                        </p:tgtEl>
                                        <p:attrNameLst>
                                          <p:attrName>ppt_x</p:attrName>
                                        </p:attrNameLst>
                                      </p:cBhvr>
                                      <p:tavLst>
                                        <p:tav tm="0">
                                          <p:val>
                                            <p:strVal val="#ppt_x"/>
                                          </p:val>
                                        </p:tav>
                                        <p:tav tm="100000">
                                          <p:val>
                                            <p:strVal val="#ppt_x"/>
                                          </p:val>
                                        </p:tav>
                                      </p:tavLst>
                                    </p:anim>
                                    <p:anim calcmode="lin" valueType="num">
                                      <p:cBhvr additive="base">
                                        <p:cTn id="35" dur="500" fill="hold"/>
                                        <p:tgtEl>
                                          <p:spTgt spid="209715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048639"/>
                                        </p:tgtEl>
                                        <p:attrNameLst>
                                          <p:attrName>style.visibility</p:attrName>
                                        </p:attrNameLst>
                                      </p:cBhvr>
                                      <p:to>
                                        <p:strVal val="visible"/>
                                      </p:to>
                                    </p:set>
                                    <p:anim calcmode="lin" valueType="num">
                                      <p:cBhvr additive="base">
                                        <p:cTn id="38" dur="500" fill="hold"/>
                                        <p:tgtEl>
                                          <p:spTgt spid="1048639"/>
                                        </p:tgtEl>
                                        <p:attrNameLst>
                                          <p:attrName>ppt_x</p:attrName>
                                        </p:attrNameLst>
                                      </p:cBhvr>
                                      <p:tavLst>
                                        <p:tav tm="0">
                                          <p:val>
                                            <p:strVal val="#ppt_x"/>
                                          </p:val>
                                        </p:tav>
                                        <p:tav tm="100000">
                                          <p:val>
                                            <p:strVal val="#ppt_x"/>
                                          </p:val>
                                        </p:tav>
                                      </p:tavLst>
                                    </p:anim>
                                    <p:anim calcmode="lin" valueType="num">
                                      <p:cBhvr additive="base">
                                        <p:cTn id="39" dur="500" fill="hold"/>
                                        <p:tgtEl>
                                          <p:spTgt spid="1048639"/>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048640"/>
                                        </p:tgtEl>
                                        <p:attrNameLst>
                                          <p:attrName>style.visibility</p:attrName>
                                        </p:attrNameLst>
                                      </p:cBhvr>
                                      <p:to>
                                        <p:strVal val="visible"/>
                                      </p:to>
                                    </p:set>
                                    <p:anim calcmode="lin" valueType="num">
                                      <p:cBhvr additive="base">
                                        <p:cTn id="42" dur="500" fill="hold"/>
                                        <p:tgtEl>
                                          <p:spTgt spid="1048640"/>
                                        </p:tgtEl>
                                        <p:attrNameLst>
                                          <p:attrName>ppt_x</p:attrName>
                                        </p:attrNameLst>
                                      </p:cBhvr>
                                      <p:tavLst>
                                        <p:tav tm="0">
                                          <p:val>
                                            <p:strVal val="#ppt_x"/>
                                          </p:val>
                                        </p:tav>
                                        <p:tav tm="100000">
                                          <p:val>
                                            <p:strVal val="#ppt_x"/>
                                          </p:val>
                                        </p:tav>
                                      </p:tavLst>
                                    </p:anim>
                                    <p:anim calcmode="lin" valueType="num">
                                      <p:cBhvr additive="base">
                                        <p:cTn id="43" dur="500" fill="hold"/>
                                        <p:tgtEl>
                                          <p:spTgt spid="1048640"/>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048641"/>
                                        </p:tgtEl>
                                        <p:attrNameLst>
                                          <p:attrName>style.visibility</p:attrName>
                                        </p:attrNameLst>
                                      </p:cBhvr>
                                      <p:to>
                                        <p:strVal val="visible"/>
                                      </p:to>
                                    </p:set>
                                    <p:anim calcmode="lin" valueType="num">
                                      <p:cBhvr additive="base">
                                        <p:cTn id="48" dur="500" fill="hold"/>
                                        <p:tgtEl>
                                          <p:spTgt spid="1048641"/>
                                        </p:tgtEl>
                                        <p:attrNameLst>
                                          <p:attrName>ppt_x</p:attrName>
                                        </p:attrNameLst>
                                      </p:cBhvr>
                                      <p:tavLst>
                                        <p:tav tm="0">
                                          <p:val>
                                            <p:strVal val="#ppt_x"/>
                                          </p:val>
                                        </p:tav>
                                        <p:tav tm="100000">
                                          <p:val>
                                            <p:strVal val="#ppt_x"/>
                                          </p:val>
                                        </p:tav>
                                      </p:tavLst>
                                    </p:anim>
                                    <p:anim calcmode="lin" valueType="num">
                                      <p:cBhvr additive="base">
                                        <p:cTn id="49" dur="500" fill="hold"/>
                                        <p:tgtEl>
                                          <p:spTgt spid="1048641"/>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2097160"/>
                                        </p:tgtEl>
                                        <p:attrNameLst>
                                          <p:attrName>style.visibility</p:attrName>
                                        </p:attrNameLst>
                                      </p:cBhvr>
                                      <p:to>
                                        <p:strVal val="visible"/>
                                      </p:to>
                                    </p:set>
                                    <p:anim calcmode="lin" valueType="num">
                                      <p:cBhvr additive="base">
                                        <p:cTn id="52" dur="500" fill="hold"/>
                                        <p:tgtEl>
                                          <p:spTgt spid="2097160"/>
                                        </p:tgtEl>
                                        <p:attrNameLst>
                                          <p:attrName>ppt_x</p:attrName>
                                        </p:attrNameLst>
                                      </p:cBhvr>
                                      <p:tavLst>
                                        <p:tav tm="0">
                                          <p:val>
                                            <p:strVal val="#ppt_x"/>
                                          </p:val>
                                        </p:tav>
                                        <p:tav tm="100000">
                                          <p:val>
                                            <p:strVal val="#ppt_x"/>
                                          </p:val>
                                        </p:tav>
                                      </p:tavLst>
                                    </p:anim>
                                    <p:anim calcmode="lin" valueType="num">
                                      <p:cBhvr additive="base">
                                        <p:cTn id="53" dur="500" fill="hold"/>
                                        <p:tgtEl>
                                          <p:spTgt spid="2097160"/>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048642"/>
                                        </p:tgtEl>
                                        <p:attrNameLst>
                                          <p:attrName>style.visibility</p:attrName>
                                        </p:attrNameLst>
                                      </p:cBhvr>
                                      <p:to>
                                        <p:strVal val="visible"/>
                                      </p:to>
                                    </p:set>
                                    <p:anim calcmode="lin" valueType="num">
                                      <p:cBhvr additive="base">
                                        <p:cTn id="56" dur="500" fill="hold"/>
                                        <p:tgtEl>
                                          <p:spTgt spid="1048642"/>
                                        </p:tgtEl>
                                        <p:attrNameLst>
                                          <p:attrName>ppt_x</p:attrName>
                                        </p:attrNameLst>
                                      </p:cBhvr>
                                      <p:tavLst>
                                        <p:tav tm="0">
                                          <p:val>
                                            <p:strVal val="#ppt_x"/>
                                          </p:val>
                                        </p:tav>
                                        <p:tav tm="100000">
                                          <p:val>
                                            <p:strVal val="#ppt_x"/>
                                          </p:val>
                                        </p:tav>
                                      </p:tavLst>
                                    </p:anim>
                                    <p:anim calcmode="lin" valueType="num">
                                      <p:cBhvr additive="base">
                                        <p:cTn id="57" dur="500" fill="hold"/>
                                        <p:tgtEl>
                                          <p:spTgt spid="1048642"/>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048643"/>
                                        </p:tgtEl>
                                        <p:attrNameLst>
                                          <p:attrName>style.visibility</p:attrName>
                                        </p:attrNameLst>
                                      </p:cBhvr>
                                      <p:to>
                                        <p:strVal val="visible"/>
                                      </p:to>
                                    </p:set>
                                    <p:anim calcmode="lin" valueType="num">
                                      <p:cBhvr additive="base">
                                        <p:cTn id="60" dur="500" fill="hold"/>
                                        <p:tgtEl>
                                          <p:spTgt spid="1048643"/>
                                        </p:tgtEl>
                                        <p:attrNameLst>
                                          <p:attrName>ppt_x</p:attrName>
                                        </p:attrNameLst>
                                      </p:cBhvr>
                                      <p:tavLst>
                                        <p:tav tm="0">
                                          <p:val>
                                            <p:strVal val="#ppt_x"/>
                                          </p:val>
                                        </p:tav>
                                        <p:tav tm="100000">
                                          <p:val>
                                            <p:strVal val="#ppt_x"/>
                                          </p:val>
                                        </p:tav>
                                      </p:tavLst>
                                    </p:anim>
                                    <p:anim calcmode="lin" valueType="num">
                                      <p:cBhvr additive="base">
                                        <p:cTn id="61" dur="500" fill="hold"/>
                                        <p:tgtEl>
                                          <p:spTgt spid="1048643"/>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048644"/>
                                        </p:tgtEl>
                                        <p:attrNameLst>
                                          <p:attrName>style.visibility</p:attrName>
                                        </p:attrNameLst>
                                      </p:cBhvr>
                                      <p:to>
                                        <p:strVal val="visible"/>
                                      </p:to>
                                    </p:set>
                                    <p:anim calcmode="lin" valueType="num">
                                      <p:cBhvr additive="base">
                                        <p:cTn id="66" dur="500" fill="hold"/>
                                        <p:tgtEl>
                                          <p:spTgt spid="1048644"/>
                                        </p:tgtEl>
                                        <p:attrNameLst>
                                          <p:attrName>ppt_x</p:attrName>
                                        </p:attrNameLst>
                                      </p:cBhvr>
                                      <p:tavLst>
                                        <p:tav tm="0">
                                          <p:val>
                                            <p:strVal val="#ppt_x"/>
                                          </p:val>
                                        </p:tav>
                                        <p:tav tm="100000">
                                          <p:val>
                                            <p:strVal val="#ppt_x"/>
                                          </p:val>
                                        </p:tav>
                                      </p:tavLst>
                                    </p:anim>
                                    <p:anim calcmode="lin" valueType="num">
                                      <p:cBhvr additive="base">
                                        <p:cTn id="67" dur="500" fill="hold"/>
                                        <p:tgtEl>
                                          <p:spTgt spid="1048644"/>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2097161"/>
                                        </p:tgtEl>
                                        <p:attrNameLst>
                                          <p:attrName>style.visibility</p:attrName>
                                        </p:attrNameLst>
                                      </p:cBhvr>
                                      <p:to>
                                        <p:strVal val="visible"/>
                                      </p:to>
                                    </p:set>
                                    <p:anim calcmode="lin" valueType="num">
                                      <p:cBhvr additive="base">
                                        <p:cTn id="70" dur="500" fill="hold"/>
                                        <p:tgtEl>
                                          <p:spTgt spid="2097161"/>
                                        </p:tgtEl>
                                        <p:attrNameLst>
                                          <p:attrName>ppt_x</p:attrName>
                                        </p:attrNameLst>
                                      </p:cBhvr>
                                      <p:tavLst>
                                        <p:tav tm="0">
                                          <p:val>
                                            <p:strVal val="#ppt_x"/>
                                          </p:val>
                                        </p:tav>
                                        <p:tav tm="100000">
                                          <p:val>
                                            <p:strVal val="#ppt_x"/>
                                          </p:val>
                                        </p:tav>
                                      </p:tavLst>
                                    </p:anim>
                                    <p:anim calcmode="lin" valueType="num">
                                      <p:cBhvr additive="base">
                                        <p:cTn id="71" dur="500" fill="hold"/>
                                        <p:tgtEl>
                                          <p:spTgt spid="2097161"/>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048645"/>
                                        </p:tgtEl>
                                        <p:attrNameLst>
                                          <p:attrName>style.visibility</p:attrName>
                                        </p:attrNameLst>
                                      </p:cBhvr>
                                      <p:to>
                                        <p:strVal val="visible"/>
                                      </p:to>
                                    </p:set>
                                    <p:anim calcmode="lin" valueType="num">
                                      <p:cBhvr additive="base">
                                        <p:cTn id="74" dur="500" fill="hold"/>
                                        <p:tgtEl>
                                          <p:spTgt spid="1048645"/>
                                        </p:tgtEl>
                                        <p:attrNameLst>
                                          <p:attrName>ppt_x</p:attrName>
                                        </p:attrNameLst>
                                      </p:cBhvr>
                                      <p:tavLst>
                                        <p:tav tm="0">
                                          <p:val>
                                            <p:strVal val="#ppt_x"/>
                                          </p:val>
                                        </p:tav>
                                        <p:tav tm="100000">
                                          <p:val>
                                            <p:strVal val="#ppt_x"/>
                                          </p:val>
                                        </p:tav>
                                      </p:tavLst>
                                    </p:anim>
                                    <p:anim calcmode="lin" valueType="num">
                                      <p:cBhvr additive="base">
                                        <p:cTn id="75" dur="500" fill="hold"/>
                                        <p:tgtEl>
                                          <p:spTgt spid="1048645"/>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1048646"/>
                                        </p:tgtEl>
                                        <p:attrNameLst>
                                          <p:attrName>style.visibility</p:attrName>
                                        </p:attrNameLst>
                                      </p:cBhvr>
                                      <p:to>
                                        <p:strVal val="visible"/>
                                      </p:to>
                                    </p:set>
                                    <p:anim calcmode="lin" valueType="num">
                                      <p:cBhvr additive="base">
                                        <p:cTn id="78" dur="500" fill="hold"/>
                                        <p:tgtEl>
                                          <p:spTgt spid="1048646"/>
                                        </p:tgtEl>
                                        <p:attrNameLst>
                                          <p:attrName>ppt_x</p:attrName>
                                        </p:attrNameLst>
                                      </p:cBhvr>
                                      <p:tavLst>
                                        <p:tav tm="0">
                                          <p:val>
                                            <p:strVal val="#ppt_x"/>
                                          </p:val>
                                        </p:tav>
                                        <p:tav tm="100000">
                                          <p:val>
                                            <p:strVal val="#ppt_x"/>
                                          </p:val>
                                        </p:tav>
                                      </p:tavLst>
                                    </p:anim>
                                    <p:anim calcmode="lin" valueType="num">
                                      <p:cBhvr additive="base">
                                        <p:cTn id="79" dur="500" fill="hold"/>
                                        <p:tgtEl>
                                          <p:spTgt spid="1048646"/>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16" presetClass="entr" presetSubtype="21" fill="hold" grpId="0" nodeType="clickEffect">
                                  <p:stCondLst>
                                    <p:cond delay="0"/>
                                  </p:stCondLst>
                                  <p:childTnLst>
                                    <p:set>
                                      <p:cBhvr>
                                        <p:cTn id="83" dur="1" fill="hold">
                                          <p:stCondLst>
                                            <p:cond delay="0"/>
                                          </p:stCondLst>
                                        </p:cTn>
                                        <p:tgtEl>
                                          <p:spTgt spid="1048634"/>
                                        </p:tgtEl>
                                        <p:attrNameLst>
                                          <p:attrName>style.visibility</p:attrName>
                                        </p:attrNameLst>
                                      </p:cBhvr>
                                      <p:to>
                                        <p:strVal val="visible"/>
                                      </p:to>
                                    </p:set>
                                    <p:animEffect transition="in" filter="barn(inVertical)">
                                      <p:cBhvr>
                                        <p:cTn id="84" dur="500"/>
                                        <p:tgtEl>
                                          <p:spTgt spid="1048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5" grpId="0" animBg="1"/>
      <p:bldP spid="1048635" grpId="1" animBg="1"/>
      <p:bldP spid="1048636" grpId="0"/>
      <p:bldP spid="1048636" grpId="1"/>
      <p:bldP spid="1048637" grpId="0"/>
      <p:bldP spid="1048637" grpId="1"/>
      <p:bldP spid="1048638" grpId="0" animBg="1"/>
      <p:bldP spid="1048638" grpId="1" animBg="1"/>
      <p:bldP spid="1048639" grpId="0"/>
      <p:bldP spid="1048639" grpId="1"/>
      <p:bldP spid="1048640" grpId="0"/>
      <p:bldP spid="1048640" grpId="1"/>
      <p:bldP spid="1048641" grpId="0" animBg="1"/>
      <p:bldP spid="1048641" grpId="1" animBg="1"/>
      <p:bldP spid="1048642" grpId="0"/>
      <p:bldP spid="1048642" grpId="1"/>
      <p:bldP spid="1048643" grpId="0"/>
      <p:bldP spid="1048643" grpId="1"/>
      <p:bldP spid="1048644" grpId="0" animBg="1"/>
      <p:bldP spid="1048644" grpId="1" animBg="1"/>
      <p:bldP spid="1048645" grpId="0"/>
      <p:bldP spid="1048645" grpId="1"/>
      <p:bldP spid="1048646" grpId="0"/>
      <p:bldP spid="1048646" grpId="1"/>
      <p:bldP spid="104863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29" name=""/>
        <p:cNvGrpSpPr/>
        <p:nvPr/>
      </p:nvGrpSpPr>
      <p:grpSpPr>
        <a:xfrm>
          <a:off x="0" y="0"/>
          <a:ext cx="0" cy="0"/>
          <a:chOff x="0" y="0"/>
          <a:chExt cx="0" cy="0"/>
        </a:xfrm>
      </p:grpSpPr>
      <p:sp>
        <p:nvSpPr>
          <p:cNvPr id="1048653"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654" name="AutoShape 3"/>
          <p:cNvSpPr/>
          <p:nvPr/>
        </p:nvSpPr>
        <p:spPr>
          <a:xfrm>
            <a:off x="762000" y="1056640"/>
            <a:ext cx="10412730" cy="13779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Core Feature 1: Clone</a:t>
            </a:r>
            <a:endParaRPr lang="en-US" sz="4400" b="1" i="0" u="none" strike="noStrike">
              <a:solidFill>
                <a:srgbClr val="333333"/>
              </a:solidFill>
              <a:latin typeface="Poppins"/>
              <a:ea typeface="Poppins"/>
              <a:cs typeface="Poppins"/>
              <a:sym typeface="Poppins"/>
            </a:endParaRPr>
          </a:p>
          <a:p>
            <a:pPr marL="0" indent="0" algn="l">
              <a:lnSpc>
                <a:spcPct val="125000"/>
              </a:lnSpc>
            </a:pPr>
            <a:r>
              <a:rPr lang="en-US" sz="2400">
                <a:solidFill>
                  <a:srgbClr val="333333"/>
                </a:solidFill>
                <a:latin typeface="Noto Sans KR"/>
                <a:ea typeface="Noto Sans KR"/>
                <a:cs typeface="Noto Sans KR"/>
                <a:sym typeface="Noto Sans KR"/>
              </a:rPr>
              <a:t>핵심 기능 1: 클론 (Clone)</a:t>
            </a:r>
            <a:br>
              <a:rPr lang="en-US" sz="2800">
                <a:solidFill>
                  <a:srgbClr val="1F2329"/>
                </a:solidFill>
                <a:latin typeface="Noto Sans KR"/>
                <a:ea typeface="Noto Sans KR"/>
                <a:cs typeface="Noto Sans KR"/>
                <a:sym typeface="Noto Sans KR"/>
              </a:rPr>
            </a:br>
            <a:endParaRPr lang="en-US" sz="2800">
              <a:solidFill>
                <a:srgbClr val="1F2329"/>
              </a:solidFill>
              <a:latin typeface="Noto Sans KR"/>
              <a:ea typeface="Noto Sans KR"/>
              <a:cs typeface="Noto Sans KR"/>
              <a:sym typeface="Noto Sans KR"/>
            </a:endParaRPr>
          </a:p>
        </p:txBody>
      </p:sp>
      <p:pic>
        <p:nvPicPr>
          <p:cNvPr id="2097162" name="Picture 4"/>
          <p:cNvPicPr>
            <a:picLocks noChangeAspect="1"/>
          </p:cNvPicPr>
          <p:nvPr/>
        </p:nvPicPr>
        <p:blipFill>
          <a:blip r:embed="rId2"/>
          <a:srcRect t="100" b="100"/>
          <a:stretch>
            <a:fillRect/>
          </a:stretch>
        </p:blipFill>
        <p:spPr>
          <a:xfrm>
            <a:off x="635000" y="1828165"/>
            <a:ext cx="4572000" cy="2667000"/>
          </a:xfrm>
          <a:prstGeom prst="rect">
            <a:avLst/>
          </a:prstGeom>
          <a:noFill/>
          <a:ln w="25400" cap="flat" cmpd="sng">
            <a:noFill/>
            <a:prstDash val="solid"/>
            <a:round/>
          </a:ln>
          <a:effectLst>
            <a:outerShdw blurRad="190500" dist="76200" dir="2700000" algn="tl">
              <a:srgbClr val="000000">
                <a:alpha val="12000"/>
              </a:srgbClr>
            </a:outerShdw>
          </a:effectLst>
        </p:spPr>
      </p:pic>
      <p:sp>
        <p:nvSpPr>
          <p:cNvPr id="1048655" name="AutoShape 5"/>
          <p:cNvSpPr/>
          <p:nvPr/>
        </p:nvSpPr>
        <p:spPr>
          <a:xfrm>
            <a:off x="5842000" y="1765935"/>
            <a:ext cx="5588000" cy="635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800" b="1" i="0" u="none" strike="noStrike">
                <a:solidFill>
                  <a:srgbClr val="4CAF50"/>
                </a:solidFill>
                <a:latin typeface="Poppins"/>
                <a:ea typeface="Poppins"/>
                <a:cs typeface="Poppins"/>
                <a:sym typeface="Poppins"/>
              </a:rPr>
              <a:t>Clone: Download a remote repository to our local computer</a:t>
            </a:r>
            <a:endParaRPr lang="en-US" sz="1100"/>
          </a:p>
        </p:txBody>
      </p:sp>
      <p:sp>
        <p:nvSpPr>
          <p:cNvPr id="1048656" name="AutoShape 6"/>
          <p:cNvSpPr/>
          <p:nvPr/>
        </p:nvSpPr>
        <p:spPr>
          <a:xfrm>
            <a:off x="5842000" y="2438400"/>
            <a:ext cx="5588000" cy="53340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sz="1400" b="1" i="0" u="none" strike="noStrike">
                <a:solidFill>
                  <a:srgbClr val="4CAF50"/>
                </a:solidFill>
                <a:latin typeface="Poppins"/>
                <a:ea typeface="Poppins"/>
                <a:cs typeface="Poppins"/>
                <a:sym typeface="Poppins"/>
              </a:rPr>
              <a:t>01.</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555555"/>
                </a:solidFill>
                <a:latin typeface="Poppins"/>
                <a:ea typeface="Poppins"/>
                <a:cs typeface="Poppins"/>
                <a:sym typeface="Poppins"/>
              </a:rPr>
              <a:t>Click the "Clone" button in Sourcetree to initiate the process.</a:t>
            </a:r>
            <a:endParaRPr lang="en-US" sz="1100"/>
          </a:p>
        </p:txBody>
      </p:sp>
      <p:sp>
        <p:nvSpPr>
          <p:cNvPr id="1048657" name="AutoShape 7"/>
          <p:cNvSpPr/>
          <p:nvPr/>
        </p:nvSpPr>
        <p:spPr>
          <a:xfrm>
            <a:off x="5842000" y="3022600"/>
            <a:ext cx="5588000" cy="53340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sz="1400" b="1" i="0" u="none" strike="noStrike">
                <a:solidFill>
                  <a:srgbClr val="4CAF50"/>
                </a:solidFill>
                <a:latin typeface="Poppins"/>
                <a:ea typeface="Poppins"/>
                <a:cs typeface="Poppins"/>
                <a:sym typeface="Poppins"/>
              </a:rPr>
              <a:t>02.</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555555"/>
                </a:solidFill>
                <a:latin typeface="Poppins"/>
                <a:ea typeface="Poppins"/>
                <a:cs typeface="Poppins"/>
                <a:sym typeface="Poppins"/>
              </a:rPr>
              <a:t>Paste the repository URL (copied from GitHub, GitLab, or Bitbucket).</a:t>
            </a:r>
            <a:endParaRPr lang="en-US" sz="1100"/>
          </a:p>
        </p:txBody>
      </p:sp>
      <p:sp>
        <p:nvSpPr>
          <p:cNvPr id="1048658" name="AutoShape 8"/>
          <p:cNvSpPr/>
          <p:nvPr/>
        </p:nvSpPr>
        <p:spPr>
          <a:xfrm>
            <a:off x="5842000" y="3606800"/>
            <a:ext cx="5588000" cy="53340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sz="1400" b="1" i="0" u="none" strike="noStrike">
                <a:solidFill>
                  <a:srgbClr val="4CAF50"/>
                </a:solidFill>
                <a:latin typeface="Poppins"/>
                <a:ea typeface="Poppins"/>
                <a:cs typeface="Poppins"/>
                <a:sym typeface="Poppins"/>
              </a:rPr>
              <a:t>03.</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555555"/>
                </a:solidFill>
                <a:latin typeface="Poppins"/>
                <a:ea typeface="Poppins"/>
                <a:cs typeface="Poppins"/>
                <a:sym typeface="Noto Sans SC" panose="020B0200000000000000" charset="-122"/>
              </a:rPr>
              <a:t>Choose a local</a:t>
            </a:r>
            <a:r>
              <a:rPr lang="en-US" sz="1400" b="0" i="0" u="none" strike="noStrike">
                <a:solidFill>
                  <a:srgbClr val="555555"/>
                </a:solidFill>
                <a:latin typeface="Poppins"/>
                <a:ea typeface="Poppins"/>
                <a:cs typeface="Poppins"/>
                <a:sym typeface="Poppins"/>
              </a:rPr>
              <a:t> folder to save the files.</a:t>
            </a:r>
            <a:endParaRPr lang="en-US" sz="1100"/>
          </a:p>
        </p:txBody>
      </p:sp>
      <p:sp>
        <p:nvSpPr>
          <p:cNvPr id="1048659" name="AutoShape 9"/>
          <p:cNvSpPr/>
          <p:nvPr/>
        </p:nvSpPr>
        <p:spPr>
          <a:xfrm>
            <a:off x="5842000" y="4057650"/>
            <a:ext cx="5588000" cy="53340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sz="1400" b="1" i="0" u="none" strike="noStrike">
                <a:solidFill>
                  <a:srgbClr val="4CAF50"/>
                </a:solidFill>
                <a:latin typeface="Poppins"/>
                <a:ea typeface="Poppins"/>
                <a:cs typeface="Poppins"/>
                <a:sym typeface="Poppins"/>
              </a:rPr>
              <a:t>04.</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555555"/>
                </a:solidFill>
                <a:latin typeface="Poppins"/>
                <a:ea typeface="Poppins"/>
                <a:cs typeface="Poppins"/>
                <a:sym typeface="Poppins"/>
              </a:rPr>
              <a:t>Click "Clone" to download the repository and create a local copy.</a:t>
            </a:r>
            <a:endParaRPr lang="en-US" sz="1100"/>
          </a:p>
        </p:txBody>
      </p:sp>
      <p:sp>
        <p:nvSpPr>
          <p:cNvPr id="1048660" name="AutoShape 10"/>
          <p:cNvSpPr/>
          <p:nvPr/>
        </p:nvSpPr>
        <p:spPr>
          <a:xfrm>
            <a:off x="480695" y="4699000"/>
            <a:ext cx="11059795" cy="1651635"/>
          </a:xfrm>
          <a:prstGeom prst="roundRect">
            <a:avLst>
              <a:gd name="adj" fmla="val 0"/>
            </a:avLst>
          </a:prstGeom>
          <a:solidFill>
            <a:srgbClr val="4CAF50">
              <a:alpha val="8000"/>
            </a:srgbClr>
          </a:solidFill>
          <a:ln w="25400" cap="flat" cmpd="sng">
            <a:noFill/>
            <a:prstDash val="solid"/>
            <a:round/>
          </a:ln>
        </p:spPr>
        <p:txBody>
          <a:bodyPr vert="horz" wrap="square" lIns="63500" tIns="63500" rIns="63500" bIns="63500" rtlCol="0" anchor="ctr"/>
          <a:p>
            <a:pPr algn="ctr"/>
          </a:p>
        </p:txBody>
      </p:sp>
      <p:sp>
        <p:nvSpPr>
          <p:cNvPr id="1048661" name="AutoShape 11"/>
          <p:cNvSpPr/>
          <p:nvPr/>
        </p:nvSpPr>
        <p:spPr>
          <a:xfrm>
            <a:off x="635000" y="4775200"/>
            <a:ext cx="5207000" cy="1631950"/>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800" b="1" i="0" u="none" strike="noStrike">
                <a:solidFill>
                  <a:srgbClr val="333333"/>
                </a:solidFill>
                <a:latin typeface="Noto Sans KR"/>
                <a:ea typeface="Noto Sans KR"/>
                <a:cs typeface="Noto Sans KR"/>
                <a:sym typeface="Noto Sans KR"/>
              </a:rPr>
              <a:t>핵심 기능 1: 클론 (Clone)</a:t>
            </a:r>
            <a:br>
              <a:rPr lang="en-US" sz="2000" b="0" i="0" u="none" strike="noStrike">
                <a:solidFill>
                  <a:srgbClr val="1F2329"/>
                </a:solidFill>
                <a:latin typeface="Noto Sans KR"/>
                <a:ea typeface="Noto Sans KR"/>
                <a:cs typeface="Noto Sans KR"/>
                <a:sym typeface="Noto Sans KR"/>
              </a:rPr>
            </a:br>
            <a:r>
              <a:rPr lang="en-US" sz="1600" b="1" i="0" u="none" strike="noStrike">
                <a:solidFill>
                  <a:srgbClr val="666666"/>
                </a:solidFill>
                <a:latin typeface="Noto Sans KR"/>
                <a:ea typeface="Noto Sans KR"/>
                <a:cs typeface="Noto Sans KR"/>
                <a:sym typeface="Noto Sans KR"/>
              </a:rPr>
              <a:t>원격 저장소의 프로젝트를 로컬 컴퓨터에 복사해오는 기본적인 작업으로, GitHub/GitLab 등에서 프로젝트를 가져올 때 사용합니다.</a:t>
            </a:r>
            <a:endParaRPr lang="en-US" sz="1600" b="1" i="0" u="none" strike="noStrike">
              <a:solidFill>
                <a:srgbClr val="666666"/>
              </a:solidFill>
              <a:latin typeface="Noto Sans KR"/>
              <a:ea typeface="Noto Sans KR"/>
              <a:cs typeface="Noto Sans KR"/>
              <a:sym typeface="Noto Sans KR"/>
            </a:endParaRPr>
          </a:p>
        </p:txBody>
      </p:sp>
      <p:cxnSp>
        <p:nvCxnSpPr>
          <p:cNvPr id="3145729" name="Connector 12"/>
          <p:cNvCxnSpPr/>
          <p:nvPr/>
        </p:nvCxnSpPr>
        <p:spPr>
          <a:xfrm rot="5350892">
            <a:off x="5651500" y="5708695"/>
            <a:ext cx="889000" cy="12700"/>
          </a:xfrm>
          <a:prstGeom prst="straightConnector1">
            <a:avLst/>
          </a:prstGeom>
          <a:solidFill>
            <a:srgbClr val="DEE0E3">
              <a:alpha val="100000"/>
            </a:srgbClr>
          </a:solidFill>
          <a:ln w="12700" cap="flat" cmpd="sng">
            <a:solidFill>
              <a:srgbClr val="4CAF50">
                <a:alpha val="25000"/>
              </a:srgbClr>
            </a:solidFill>
            <a:prstDash val="solid"/>
            <a:round/>
            <a:headEnd type="none" w="med" len="med"/>
            <a:tailEnd type="none" w="med" len="med"/>
          </a:ln>
        </p:spPr>
      </p:cxnSp>
      <p:sp>
        <p:nvSpPr>
          <p:cNvPr id="1048662" name="AutoShape 13"/>
          <p:cNvSpPr/>
          <p:nvPr/>
        </p:nvSpPr>
        <p:spPr>
          <a:xfrm>
            <a:off x="6286500" y="5003800"/>
            <a:ext cx="5080000" cy="1244600"/>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600" b="1" i="0" u="none" strike="noStrike">
                <a:solidFill>
                  <a:srgbClr val="666666"/>
                </a:solidFill>
                <a:latin typeface="Noto Sans KR"/>
                <a:ea typeface="Noto Sans KR"/>
                <a:cs typeface="Noto Sans KR"/>
                <a:sym typeface="Noto Sans KR"/>
              </a:rPr>
              <a:t>1. Sourcetree에서 [Clone] 버튼 클릭 → 2. 저장소 URL 붙여넣기</a:t>
            </a:r>
            <a:br>
              <a:rPr lang="en-US" sz="1600" b="1" i="0" u="none" strike="noStrike">
                <a:solidFill>
                  <a:srgbClr val="666666"/>
                </a:solidFill>
                <a:latin typeface="Noto Sans KR"/>
                <a:ea typeface="Noto Sans KR"/>
                <a:cs typeface="Noto Sans KR"/>
                <a:sym typeface="Noto Sans KR"/>
              </a:rPr>
            </a:br>
            <a:r>
              <a:rPr lang="en-US" sz="1600" b="1" i="0" u="none" strike="noStrike">
                <a:solidFill>
                  <a:srgbClr val="666666"/>
                </a:solidFill>
                <a:latin typeface="Noto Sans KR"/>
                <a:ea typeface="Noto Sans KR"/>
                <a:cs typeface="Noto Sans KR"/>
                <a:sym typeface="Noto Sans KR"/>
              </a:rPr>
              <a:t>3. 로컬 저장 경로 선택 → 4. [Clone]으로 다운로드 완료</a:t>
            </a:r>
            <a:endParaRPr lang="en-US" sz="1600" b="1" i="0" u="none" strike="noStrike">
              <a:solidFill>
                <a:srgbClr val="666666"/>
              </a:solidFill>
              <a:latin typeface="Noto Sans KR"/>
              <a:ea typeface="Noto Sans KR"/>
              <a:cs typeface="Noto Sans KR"/>
              <a:sym typeface="Noto Sans KR"/>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97162"/>
                                        </p:tgtEl>
                                        <p:attrNameLst>
                                          <p:attrName>style.visibility</p:attrName>
                                        </p:attrNameLst>
                                      </p:cBhvr>
                                      <p:to>
                                        <p:strVal val="visible"/>
                                      </p:to>
                                    </p:set>
                                    <p:animEffect transition="in" filter="wipe(down)">
                                      <p:cBhvr>
                                        <p:cTn id="7" dur="500"/>
                                        <p:tgtEl>
                                          <p:spTgt spid="20971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48655"/>
                                        </p:tgtEl>
                                        <p:attrNameLst>
                                          <p:attrName>style.visibility</p:attrName>
                                        </p:attrNameLst>
                                      </p:cBhvr>
                                      <p:to>
                                        <p:strVal val="visible"/>
                                      </p:to>
                                    </p:set>
                                    <p:animEffect transition="in" filter="wipe(down)">
                                      <p:cBhvr>
                                        <p:cTn id="12" dur="500"/>
                                        <p:tgtEl>
                                          <p:spTgt spid="1048655"/>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048656"/>
                                        </p:tgtEl>
                                        <p:attrNameLst>
                                          <p:attrName>style.visibility</p:attrName>
                                        </p:attrNameLst>
                                      </p:cBhvr>
                                      <p:to>
                                        <p:strVal val="visible"/>
                                      </p:to>
                                    </p:set>
                                    <p:animEffect transition="in" filter="wipe(down)">
                                      <p:cBhvr>
                                        <p:cTn id="15" dur="500"/>
                                        <p:tgtEl>
                                          <p:spTgt spid="104865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048657"/>
                                        </p:tgtEl>
                                        <p:attrNameLst>
                                          <p:attrName>style.visibility</p:attrName>
                                        </p:attrNameLst>
                                      </p:cBhvr>
                                      <p:to>
                                        <p:strVal val="visible"/>
                                      </p:to>
                                    </p:set>
                                    <p:animEffect transition="in" filter="wipe(down)">
                                      <p:cBhvr>
                                        <p:cTn id="18" dur="500"/>
                                        <p:tgtEl>
                                          <p:spTgt spid="104865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048658"/>
                                        </p:tgtEl>
                                        <p:attrNameLst>
                                          <p:attrName>style.visibility</p:attrName>
                                        </p:attrNameLst>
                                      </p:cBhvr>
                                      <p:to>
                                        <p:strVal val="visible"/>
                                      </p:to>
                                    </p:set>
                                    <p:animEffect transition="in" filter="wipe(down)">
                                      <p:cBhvr>
                                        <p:cTn id="21" dur="500"/>
                                        <p:tgtEl>
                                          <p:spTgt spid="104865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048659"/>
                                        </p:tgtEl>
                                        <p:attrNameLst>
                                          <p:attrName>style.visibility</p:attrName>
                                        </p:attrNameLst>
                                      </p:cBhvr>
                                      <p:to>
                                        <p:strVal val="visible"/>
                                      </p:to>
                                    </p:set>
                                    <p:animEffect transition="in" filter="wipe(down)">
                                      <p:cBhvr>
                                        <p:cTn id="24" dur="500"/>
                                        <p:tgtEl>
                                          <p:spTgt spid="1048659"/>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048661"/>
                                        </p:tgtEl>
                                        <p:attrNameLst>
                                          <p:attrName>style.visibility</p:attrName>
                                        </p:attrNameLst>
                                      </p:cBhvr>
                                      <p:to>
                                        <p:strVal val="visible"/>
                                      </p:to>
                                    </p:set>
                                    <p:animEffect transition="in" filter="wipe(down)">
                                      <p:cBhvr>
                                        <p:cTn id="27" dur="500"/>
                                        <p:tgtEl>
                                          <p:spTgt spid="1048661"/>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048660"/>
                                        </p:tgtEl>
                                        <p:attrNameLst>
                                          <p:attrName>style.visibility</p:attrName>
                                        </p:attrNameLst>
                                      </p:cBhvr>
                                      <p:to>
                                        <p:strVal val="visible"/>
                                      </p:to>
                                    </p:set>
                                    <p:animEffect transition="in" filter="wipe(down)">
                                      <p:cBhvr>
                                        <p:cTn id="30" dur="500"/>
                                        <p:tgtEl>
                                          <p:spTgt spid="1048660"/>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048662"/>
                                        </p:tgtEl>
                                        <p:attrNameLst>
                                          <p:attrName>style.visibility</p:attrName>
                                        </p:attrNameLst>
                                      </p:cBhvr>
                                      <p:to>
                                        <p:strVal val="visible"/>
                                      </p:to>
                                    </p:set>
                                    <p:animEffect transition="in" filter="wipe(down)">
                                      <p:cBhvr>
                                        <p:cTn id="33" dur="500"/>
                                        <p:tgtEl>
                                          <p:spTgt spid="1048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5" grpId="0"/>
      <p:bldP spid="1048655" grpId="1"/>
      <p:bldP spid="1048656" grpId="0"/>
      <p:bldP spid="1048656" grpId="1"/>
      <p:bldP spid="1048657" grpId="0"/>
      <p:bldP spid="1048657" grpId="1"/>
      <p:bldP spid="1048658" grpId="0"/>
      <p:bldP spid="1048658" grpId="1"/>
      <p:bldP spid="1048659" grpId="0"/>
      <p:bldP spid="1048659" grpId="1"/>
      <p:bldP spid="1048661" grpId="0"/>
      <p:bldP spid="1048661" grpId="1"/>
      <p:bldP spid="1048660" grpId="0" animBg="1"/>
      <p:bldP spid="1048660" grpId="1" animBg="1"/>
      <p:bldP spid="1048662" grpId="0"/>
      <p:bldP spid="1048662"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32" name=""/>
        <p:cNvGrpSpPr/>
        <p:nvPr/>
      </p:nvGrpSpPr>
      <p:grpSpPr>
        <a:xfrm>
          <a:off x="0" y="0"/>
          <a:ext cx="0" cy="0"/>
          <a:chOff x="0" y="0"/>
          <a:chExt cx="0" cy="0"/>
        </a:xfrm>
      </p:grpSpPr>
      <p:sp>
        <p:nvSpPr>
          <p:cNvPr id="1048669"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670"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Core Feature 2: Commit</a:t>
            </a:r>
            <a:endParaRPr lang="en-US" sz="4400" b="1" i="0" u="none" strike="noStrike">
              <a:solidFill>
                <a:srgbClr val="333333"/>
              </a:solidFill>
              <a:latin typeface="Poppins"/>
              <a:ea typeface="Poppins"/>
              <a:cs typeface="Poppins"/>
              <a:sym typeface="Poppins"/>
            </a:endParaRPr>
          </a:p>
          <a:p>
            <a:pPr marL="0" indent="0" algn="l">
              <a:lnSpc>
                <a:spcPct val="125000"/>
              </a:lnSpc>
            </a:pPr>
            <a:r>
              <a:rPr lang="en-US" sz="2400" i="0" u="none" strike="noStrike">
                <a:solidFill>
                  <a:srgbClr val="333333"/>
                </a:solidFill>
                <a:latin typeface="Noto Sans KR"/>
                <a:ea typeface="Noto Sans KR"/>
                <a:cs typeface="Noto Sans KR"/>
                <a:sym typeface="Poppins"/>
              </a:rPr>
              <a:t>핵심 기능 2: 커밋(Commit)</a:t>
            </a:r>
            <a:endParaRPr lang="en-US" altLang="zh-CN" sz="2800" b="1" i="0" u="none" strike="noStrike">
              <a:solidFill>
                <a:srgbClr val="333333"/>
              </a:solidFill>
              <a:latin typeface="Poppins"/>
              <a:ea typeface="Poppins"/>
              <a:cs typeface="Poppins"/>
              <a:sym typeface="Poppins"/>
            </a:endParaRPr>
          </a:p>
        </p:txBody>
      </p:sp>
      <p:pic>
        <p:nvPicPr>
          <p:cNvPr id="2097163" name="Picture 4"/>
          <p:cNvPicPr>
            <a:picLocks noChangeAspect="1"/>
          </p:cNvPicPr>
          <p:nvPr/>
        </p:nvPicPr>
        <p:blipFill>
          <a:blip r:embed="rId2"/>
          <a:srcRect l="36" r="36"/>
          <a:stretch>
            <a:fillRect/>
          </a:stretch>
        </p:blipFill>
        <p:spPr>
          <a:xfrm>
            <a:off x="762000" y="1866900"/>
            <a:ext cx="4572000" cy="2336800"/>
          </a:xfrm>
          <a:prstGeom prst="rect">
            <a:avLst/>
          </a:prstGeom>
          <a:noFill/>
          <a:ln w="25400" cap="flat" cmpd="sng">
            <a:solidFill>
              <a:srgbClr val="FFFFFF">
                <a:alpha val="50000"/>
              </a:srgbClr>
            </a:solidFill>
            <a:prstDash val="solid"/>
            <a:round/>
          </a:ln>
          <a:effectLst>
            <a:outerShdw blurRad="152400" dist="50800" dir="2700000" algn="tl">
              <a:srgbClr val="000000">
                <a:alpha val="10000"/>
              </a:srgbClr>
            </a:outerShdw>
          </a:effectLst>
        </p:spPr>
      </p:pic>
      <p:sp>
        <p:nvSpPr>
          <p:cNvPr id="1048671" name="AutoShape 5"/>
          <p:cNvSpPr/>
          <p:nvPr/>
        </p:nvSpPr>
        <p:spPr>
          <a:xfrm>
            <a:off x="762000" y="4318000"/>
            <a:ext cx="4572000" cy="1524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400" b="0" i="0" u="none" strike="noStrike">
                <a:solidFill>
                  <a:srgbClr val="525252"/>
                </a:solidFill>
                <a:latin typeface="Poppins"/>
                <a:ea typeface="Poppins"/>
                <a:cs typeface="Poppins"/>
                <a:sym typeface="Poppins"/>
              </a:rPr>
              <a:t>Sourcetree provides a visual interface to manage your Git workflow. The "File Status" panel clearly shows which files have been modified, making it easy to review changes before committing.</a:t>
            </a:r>
            <a:endParaRPr lang="en-US" sz="1100"/>
          </a:p>
        </p:txBody>
      </p:sp>
      <p:sp>
        <p:nvSpPr>
          <p:cNvPr id="1048672" name="AutoShape 6"/>
          <p:cNvSpPr/>
          <p:nvPr/>
        </p:nvSpPr>
        <p:spPr>
          <a:xfrm>
            <a:off x="5715000" y="1459230"/>
            <a:ext cx="6432550" cy="69977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4CAF50"/>
                </a:solidFill>
                <a:latin typeface="Poppins"/>
                <a:ea typeface="Poppins"/>
                <a:cs typeface="Poppins"/>
                <a:sym typeface="Poppins"/>
              </a:rPr>
              <a:t>Commit: Save our changes to the local repository</a:t>
            </a:r>
            <a:endParaRPr lang="en-US" sz="2000" b="1" i="0" u="none" strike="noStrike">
              <a:solidFill>
                <a:srgbClr val="4CAF50"/>
              </a:solidFill>
              <a:latin typeface="Poppins"/>
              <a:ea typeface="Poppins"/>
              <a:cs typeface="Poppins"/>
              <a:sym typeface="Poppins"/>
            </a:endParaRPr>
          </a:p>
        </p:txBody>
      </p:sp>
      <p:sp>
        <p:nvSpPr>
          <p:cNvPr id="1048673" name="AutoShape 7"/>
          <p:cNvSpPr/>
          <p:nvPr/>
        </p:nvSpPr>
        <p:spPr>
          <a:xfrm>
            <a:off x="5715000" y="2004060"/>
            <a:ext cx="6175375" cy="2069465"/>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800" b="0" i="0" u="none" strike="noStrike">
                <a:solidFill>
                  <a:srgbClr val="424242"/>
                </a:solidFill>
                <a:latin typeface="Poppins"/>
                <a:ea typeface="Poppins"/>
                <a:cs typeface="Poppins"/>
                <a:sym typeface="Poppins"/>
              </a:rPr>
              <a:t>1. Make edits to your code files in your preferred editor.</a:t>
            </a:r>
            <a:br>
              <a:rPr lang="en-US" sz="1800" b="0" i="0" u="none" strike="noStrike">
                <a:solidFill>
                  <a:srgbClr val="1F2329"/>
                </a:solidFill>
                <a:latin typeface="Poppins"/>
                <a:ea typeface="Poppins"/>
                <a:cs typeface="Poppins"/>
                <a:sym typeface="Poppins"/>
              </a:rPr>
            </a:br>
            <a:r>
              <a:rPr lang="en-US" sz="1800" b="0" i="0" u="none" strike="noStrike">
                <a:solidFill>
                  <a:srgbClr val="424242"/>
                </a:solidFill>
                <a:latin typeface="Poppins"/>
                <a:ea typeface="Poppins"/>
                <a:cs typeface="Poppins"/>
                <a:sym typeface="Poppins"/>
              </a:rPr>
              <a:t>2. Check the "File Status" panel to see modified files.</a:t>
            </a:r>
            <a:br>
              <a:rPr lang="en-US" sz="1800" b="0" i="0" u="none" strike="noStrike">
                <a:solidFill>
                  <a:srgbClr val="1F2329"/>
                </a:solidFill>
                <a:latin typeface="Poppins"/>
                <a:ea typeface="Poppins"/>
                <a:cs typeface="Poppins"/>
                <a:sym typeface="Poppins"/>
              </a:rPr>
            </a:br>
            <a:r>
              <a:rPr lang="en-US" sz="1800" b="0" i="0" u="none" strike="noStrike">
                <a:solidFill>
                  <a:srgbClr val="424242"/>
                </a:solidFill>
                <a:latin typeface="Poppins"/>
                <a:ea typeface="Poppins"/>
                <a:cs typeface="Poppins"/>
                <a:sym typeface="Poppins"/>
              </a:rPr>
              <a:t>3. </a:t>
            </a:r>
            <a:r>
              <a:rPr lang="en-US" sz="1800" b="1" i="0" u="none" strike="noStrike">
                <a:solidFill>
                  <a:srgbClr val="4CAF50"/>
                </a:solidFill>
                <a:latin typeface="Poppins"/>
                <a:ea typeface="Poppins"/>
                <a:cs typeface="Poppins"/>
                <a:sym typeface="Poppins"/>
              </a:rPr>
              <a:t>Stage</a:t>
            </a:r>
            <a:r>
              <a:rPr lang="en-US" sz="1800" b="0" i="0" u="none" strike="noStrike">
                <a:solidFill>
                  <a:srgbClr val="424242"/>
                </a:solidFill>
                <a:latin typeface="Poppins"/>
                <a:ea typeface="Poppins"/>
                <a:cs typeface="Poppins"/>
                <a:sym typeface="Poppins"/>
              </a:rPr>
              <a:t> specific files to prepare them for commit.</a:t>
            </a:r>
            <a:br>
              <a:rPr lang="en-US" sz="1800" b="0" i="0" u="none" strike="noStrike">
                <a:solidFill>
                  <a:srgbClr val="1F2329"/>
                </a:solidFill>
                <a:latin typeface="Poppins"/>
                <a:ea typeface="Poppins"/>
                <a:cs typeface="Poppins"/>
                <a:sym typeface="Poppins"/>
              </a:rPr>
            </a:br>
            <a:r>
              <a:rPr lang="en-US" sz="1800" b="0" i="0" u="none" strike="noStrike">
                <a:solidFill>
                  <a:srgbClr val="424242"/>
                </a:solidFill>
                <a:latin typeface="Poppins"/>
                <a:ea typeface="Poppins"/>
                <a:cs typeface="Poppins"/>
                <a:sym typeface="Poppins"/>
              </a:rPr>
              <a:t>4. Write a concise message explaining what you changed.</a:t>
            </a:r>
            <a:br>
              <a:rPr lang="en-US" sz="1800" b="0" i="0" u="none" strike="noStrike">
                <a:solidFill>
                  <a:srgbClr val="1F2329"/>
                </a:solidFill>
                <a:latin typeface="Poppins"/>
                <a:ea typeface="Poppins"/>
                <a:cs typeface="Poppins"/>
                <a:sym typeface="Poppins"/>
              </a:rPr>
            </a:br>
            <a:r>
              <a:rPr lang="en-US" sz="1800" b="0" i="0" u="none" strike="noStrike">
                <a:solidFill>
                  <a:srgbClr val="424242"/>
                </a:solidFill>
                <a:latin typeface="Poppins"/>
                <a:ea typeface="Poppins"/>
                <a:cs typeface="Poppins"/>
                <a:sym typeface="Poppins"/>
              </a:rPr>
              <a:t>5. Click "Commit" to save this local version.</a:t>
            </a:r>
            <a:endParaRPr lang="en-US" sz="1800" b="0" i="0" u="none" strike="noStrike">
              <a:solidFill>
                <a:srgbClr val="424242"/>
              </a:solidFill>
              <a:latin typeface="Poppins"/>
              <a:ea typeface="Poppins"/>
              <a:cs typeface="Poppins"/>
              <a:sym typeface="Poppins"/>
            </a:endParaRPr>
          </a:p>
        </p:txBody>
      </p:sp>
      <p:cxnSp>
        <p:nvCxnSpPr>
          <p:cNvPr id="3145730" name="Connector 8"/>
          <p:cNvCxnSpPr/>
          <p:nvPr/>
        </p:nvCxnSpPr>
        <p:spPr>
          <a:xfrm rot="-7473">
            <a:off x="5715007" y="4184650"/>
            <a:ext cx="5842000" cy="12700"/>
          </a:xfrm>
          <a:prstGeom prst="straightConnector1">
            <a:avLst/>
          </a:prstGeom>
          <a:solidFill>
            <a:srgbClr val="DEE0E3">
              <a:alpha val="100000"/>
            </a:srgbClr>
          </a:solidFill>
          <a:ln w="12700" cap="flat" cmpd="sng">
            <a:solidFill>
              <a:srgbClr val="4CAF50">
                <a:alpha val="30000"/>
              </a:srgbClr>
            </a:solidFill>
            <a:prstDash val="solid"/>
            <a:round/>
            <a:headEnd type="none" w="med" len="med"/>
            <a:tailEnd type="none" w="med" len="med"/>
          </a:ln>
        </p:spPr>
      </p:cxnSp>
      <p:sp>
        <p:nvSpPr>
          <p:cNvPr id="1048674" name="AutoShape 9"/>
          <p:cNvSpPr/>
          <p:nvPr/>
        </p:nvSpPr>
        <p:spPr>
          <a:xfrm>
            <a:off x="5715000" y="4381500"/>
            <a:ext cx="5842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4CAF50"/>
                </a:solidFill>
                <a:latin typeface="Noto Sans KR"/>
                <a:ea typeface="Noto Sans KR"/>
                <a:cs typeface="Noto Sans KR"/>
                <a:sym typeface="Noto Sans KR"/>
              </a:rPr>
              <a:t>핵심 기능 2: 커밋 (Commit)</a:t>
            </a:r>
            <a:endParaRPr lang="en-US" sz="2000" b="1" i="0" u="none" strike="noStrike">
              <a:solidFill>
                <a:srgbClr val="4CAF50"/>
              </a:solidFill>
              <a:latin typeface="Noto Sans KR"/>
              <a:ea typeface="Noto Sans KR"/>
              <a:cs typeface="Noto Sans KR"/>
              <a:sym typeface="Noto Sans KR"/>
            </a:endParaRPr>
          </a:p>
        </p:txBody>
      </p:sp>
      <p:sp>
        <p:nvSpPr>
          <p:cNvPr id="1048675" name="AutoShape 10"/>
          <p:cNvSpPr/>
          <p:nvPr/>
        </p:nvSpPr>
        <p:spPr>
          <a:xfrm>
            <a:off x="5715000" y="4815840"/>
            <a:ext cx="5842000" cy="1816100"/>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600" b="0" i="0" u="none" strike="noStrike">
                <a:solidFill>
                  <a:srgbClr val="424242"/>
                </a:solidFill>
                <a:latin typeface="Noto Sans KR"/>
                <a:ea typeface="Noto Sans KR"/>
                <a:cs typeface="Noto Sans KR"/>
                <a:sym typeface="Noto Sans KR"/>
              </a:rPr>
              <a:t>1. 코드 편집기에서 파일에 변경 사항을 적용합니다.</a:t>
            </a:r>
            <a:br>
              <a:rPr lang="en-US" sz="1600" b="0" i="0" u="none" strike="noStrike">
                <a:solidFill>
                  <a:srgbClr val="1F2329"/>
                </a:solidFill>
                <a:latin typeface="Noto Sans KR"/>
                <a:ea typeface="Noto Sans KR"/>
                <a:cs typeface="Noto Sans KR"/>
                <a:sym typeface="Noto Sans KR"/>
              </a:rPr>
            </a:br>
            <a:r>
              <a:rPr lang="en-US" sz="1600" b="0" i="0" u="none" strike="noStrike">
                <a:solidFill>
                  <a:srgbClr val="424242"/>
                </a:solidFill>
                <a:latin typeface="Noto Sans KR"/>
                <a:ea typeface="Noto Sans KR"/>
                <a:cs typeface="Noto Sans KR"/>
                <a:sym typeface="Noto Sans KR"/>
              </a:rPr>
              <a:t>2. Sourcetree의 "File Status" 패널에서 수정된 파일을 확인합니다.</a:t>
            </a:r>
            <a:br>
              <a:rPr lang="en-US" sz="1600" b="0" i="0" u="none" strike="noStrike">
                <a:solidFill>
                  <a:srgbClr val="1F2329"/>
                </a:solidFill>
                <a:latin typeface="Noto Sans KR"/>
                <a:ea typeface="Noto Sans KR"/>
                <a:cs typeface="Noto Sans KR"/>
                <a:sym typeface="Noto Sans KR"/>
              </a:rPr>
            </a:br>
            <a:r>
              <a:rPr lang="en-US" sz="1600" b="0" i="0" u="none" strike="noStrike">
                <a:solidFill>
                  <a:srgbClr val="424242"/>
                </a:solidFill>
                <a:latin typeface="Noto Sans KR"/>
                <a:ea typeface="Noto Sans KR"/>
                <a:cs typeface="Noto Sans KR"/>
                <a:sym typeface="Noto Sans KR"/>
              </a:rPr>
              <a:t>3. 커밋할 파일을 </a:t>
            </a:r>
            <a:r>
              <a:rPr lang="en-US" sz="1600" b="1" i="0" u="none" strike="noStrike">
                <a:solidFill>
                  <a:srgbClr val="4CAF50"/>
                </a:solidFill>
                <a:latin typeface="Noto Sans KR"/>
                <a:ea typeface="Noto Sans KR"/>
                <a:cs typeface="Noto Sans KR"/>
                <a:sym typeface="Noto Sans KR"/>
              </a:rPr>
              <a:t>스테이징</a:t>
            </a:r>
            <a:r>
              <a:rPr lang="en-US" sz="1600" b="0" i="0" u="none" strike="noStrike">
                <a:solidFill>
                  <a:srgbClr val="424242"/>
                </a:solidFill>
                <a:latin typeface="Noto Sans KR"/>
                <a:ea typeface="Noto Sans KR"/>
                <a:cs typeface="Noto Sans KR"/>
                <a:sym typeface="Noto Sans KR"/>
              </a:rPr>
              <a:t> (Unstaged → Staged)합니다.</a:t>
            </a:r>
            <a:br>
              <a:rPr lang="en-US" sz="1600" b="0" i="0" u="none" strike="noStrike">
                <a:solidFill>
                  <a:srgbClr val="1F2329"/>
                </a:solidFill>
                <a:latin typeface="Noto Sans KR"/>
                <a:ea typeface="Noto Sans KR"/>
                <a:cs typeface="Noto Sans KR"/>
                <a:sym typeface="Noto Sans KR"/>
              </a:rPr>
            </a:br>
            <a:r>
              <a:rPr lang="en-US" sz="1600" b="0" i="0" u="none" strike="noStrike">
                <a:solidFill>
                  <a:srgbClr val="424242"/>
                </a:solidFill>
                <a:latin typeface="Noto Sans KR"/>
                <a:ea typeface="Noto Sans KR"/>
                <a:cs typeface="Noto Sans KR"/>
                <a:sym typeface="Noto Sans KR"/>
              </a:rPr>
              <a:t>4. 변경 내용을 설명하는 간결한 메시지를 작성합니다.</a:t>
            </a:r>
            <a:br>
              <a:rPr lang="en-US" sz="1600" b="0" i="0" u="none" strike="noStrike">
                <a:solidFill>
                  <a:srgbClr val="1F2329"/>
                </a:solidFill>
                <a:latin typeface="Noto Sans KR"/>
                <a:ea typeface="Noto Sans KR"/>
                <a:cs typeface="Noto Sans KR"/>
                <a:sym typeface="Noto Sans KR"/>
              </a:rPr>
            </a:br>
            <a:r>
              <a:rPr lang="en-US" sz="1600" b="0" i="0" u="none" strike="noStrike">
                <a:solidFill>
                  <a:srgbClr val="424242"/>
                </a:solidFill>
                <a:latin typeface="Noto Sans KR"/>
                <a:ea typeface="Noto Sans KR"/>
                <a:cs typeface="Noto Sans KR"/>
                <a:sym typeface="Noto Sans KR"/>
              </a:rPr>
              <a:t>5. "Commit"을 클릭하여 로컬 저장소에 변경 사항을 저장합니다.</a:t>
            </a:r>
            <a:endParaRPr lang="en-US" sz="1600" b="0" i="0" u="none" strike="noStrike">
              <a:solidFill>
                <a:srgbClr val="424242"/>
              </a:solidFill>
              <a:latin typeface="Noto Sans KR"/>
              <a:ea typeface="Noto Sans KR"/>
              <a:cs typeface="Noto Sans KR"/>
              <a:sym typeface="Noto Sans KR"/>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97163"/>
                                        </p:tgtEl>
                                        <p:attrNameLst>
                                          <p:attrName>style.visibility</p:attrName>
                                        </p:attrNameLst>
                                      </p:cBhvr>
                                      <p:to>
                                        <p:strVal val="visible"/>
                                      </p:to>
                                    </p:set>
                                    <p:animEffect transition="in" filter="wipe(down)">
                                      <p:cBhvr>
                                        <p:cTn id="7" dur="500"/>
                                        <p:tgtEl>
                                          <p:spTgt spid="209716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48672"/>
                                        </p:tgtEl>
                                        <p:attrNameLst>
                                          <p:attrName>style.visibility</p:attrName>
                                        </p:attrNameLst>
                                      </p:cBhvr>
                                      <p:to>
                                        <p:strVal val="visible"/>
                                      </p:to>
                                    </p:set>
                                    <p:animEffect transition="in" filter="wipe(down)">
                                      <p:cBhvr>
                                        <p:cTn id="11" dur="500"/>
                                        <p:tgtEl>
                                          <p:spTgt spid="1048672"/>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1048673"/>
                                        </p:tgtEl>
                                        <p:attrNameLst>
                                          <p:attrName>style.visibility</p:attrName>
                                        </p:attrNameLst>
                                      </p:cBhvr>
                                      <p:to>
                                        <p:strVal val="visible"/>
                                      </p:to>
                                    </p:set>
                                    <p:animEffect transition="in" filter="wipe(down)">
                                      <p:cBhvr>
                                        <p:cTn id="14" dur="500"/>
                                        <p:tgtEl>
                                          <p:spTgt spid="1048673"/>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1048671"/>
                                        </p:tgtEl>
                                        <p:attrNameLst>
                                          <p:attrName>style.visibility</p:attrName>
                                        </p:attrNameLst>
                                      </p:cBhvr>
                                      <p:to>
                                        <p:strVal val="visible"/>
                                      </p:to>
                                    </p:set>
                                    <p:animEffect transition="in" filter="wipe(down)">
                                      <p:cBhvr>
                                        <p:cTn id="17" dur="500"/>
                                        <p:tgtEl>
                                          <p:spTgt spid="10486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145730"/>
                                        </p:tgtEl>
                                        <p:attrNameLst>
                                          <p:attrName>style.visibility</p:attrName>
                                        </p:attrNameLst>
                                      </p:cBhvr>
                                      <p:to>
                                        <p:strVal val="visible"/>
                                      </p:to>
                                    </p:set>
                                    <p:animEffect transition="in" filter="wipe(down)">
                                      <p:cBhvr>
                                        <p:cTn id="22" dur="500"/>
                                        <p:tgtEl>
                                          <p:spTgt spid="314573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48674"/>
                                        </p:tgtEl>
                                        <p:attrNameLst>
                                          <p:attrName>style.visibility</p:attrName>
                                        </p:attrNameLst>
                                      </p:cBhvr>
                                      <p:to>
                                        <p:strVal val="visible"/>
                                      </p:to>
                                    </p:set>
                                    <p:animEffect transition="in" filter="wipe(down)">
                                      <p:cBhvr>
                                        <p:cTn id="25" dur="500"/>
                                        <p:tgtEl>
                                          <p:spTgt spid="104867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048675"/>
                                        </p:tgtEl>
                                        <p:attrNameLst>
                                          <p:attrName>style.visibility</p:attrName>
                                        </p:attrNameLst>
                                      </p:cBhvr>
                                      <p:to>
                                        <p:strVal val="visible"/>
                                      </p:to>
                                    </p:set>
                                    <p:animEffect transition="in" filter="wipe(down)">
                                      <p:cBhvr>
                                        <p:cTn id="28" dur="500"/>
                                        <p:tgtEl>
                                          <p:spTgt spid="104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2" grpId="0"/>
      <p:bldP spid="1048672" grpId="1"/>
      <p:bldP spid="1048673" grpId="0"/>
      <p:bldP spid="1048673" grpId="1"/>
      <p:bldP spid="1048671" grpId="0"/>
      <p:bldP spid="1048671" grpId="1"/>
      <p:bldP spid="1048674" grpId="0"/>
      <p:bldP spid="1048674" grpId="1"/>
      <p:bldP spid="1048675" grpId="0"/>
      <p:bldP spid="1048675"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35" name=""/>
        <p:cNvGrpSpPr/>
        <p:nvPr/>
      </p:nvGrpSpPr>
      <p:grpSpPr>
        <a:xfrm>
          <a:off x="0" y="0"/>
          <a:ext cx="0" cy="0"/>
          <a:chOff x="0" y="0"/>
          <a:chExt cx="0" cy="0"/>
        </a:xfrm>
      </p:grpSpPr>
      <p:sp>
        <p:nvSpPr>
          <p:cNvPr id="104868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683" name="AutoShape 3"/>
          <p:cNvSpPr/>
          <p:nvPr/>
        </p:nvSpPr>
        <p:spPr>
          <a:xfrm>
            <a:off x="762000" y="295275"/>
            <a:ext cx="10668000" cy="97472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Core Feature 3: Push &amp; Pull</a:t>
            </a:r>
            <a:endParaRPr lang="en-US" sz="4400" b="1" i="0" u="none" strike="noStrike">
              <a:solidFill>
                <a:srgbClr val="333333"/>
              </a:solidFill>
              <a:latin typeface="Poppins"/>
              <a:ea typeface="Poppins"/>
              <a:cs typeface="Poppins"/>
              <a:sym typeface="Poppins"/>
            </a:endParaRPr>
          </a:p>
          <a:p>
            <a:pPr marL="0" indent="0" algn="l">
              <a:lnSpc>
                <a:spcPct val="125000"/>
              </a:lnSpc>
            </a:pPr>
            <a:r>
              <a:rPr lang="en-US" sz="2400" i="0" u="none" strike="noStrike">
                <a:solidFill>
                  <a:srgbClr val="333333"/>
                </a:solidFill>
                <a:latin typeface="Noto Sans KR"/>
                <a:ea typeface="Noto Sans KR"/>
                <a:cs typeface="Noto Sans KR"/>
                <a:sym typeface="Poppins"/>
              </a:rPr>
              <a:t>핵심 기능 3: 푸시 &amp; 풀(Push &amp; Pull)</a:t>
            </a:r>
            <a:endParaRPr lang="en-US" altLang="zh-CN" sz="4400" b="1" i="0" u="none" strike="noStrike">
              <a:solidFill>
                <a:srgbClr val="333333"/>
              </a:solidFill>
              <a:latin typeface="Poppins"/>
              <a:ea typeface="Poppins"/>
              <a:cs typeface="Poppins"/>
              <a:sym typeface="Poppins"/>
            </a:endParaRPr>
          </a:p>
        </p:txBody>
      </p:sp>
      <p:sp>
        <p:nvSpPr>
          <p:cNvPr id="1048684" name="AutoShape 4"/>
          <p:cNvSpPr/>
          <p:nvPr>
            <p:custDataLst>
              <p:tags r:id="rId2"/>
            </p:custDataLst>
          </p:nvPr>
        </p:nvSpPr>
        <p:spPr>
          <a:xfrm>
            <a:off x="762000" y="1524000"/>
            <a:ext cx="5207000" cy="4826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p>
            <a:pPr algn="ctr"/>
          </a:p>
        </p:txBody>
      </p:sp>
      <p:sp>
        <p:nvSpPr>
          <p:cNvPr id="1048685" name="AutoShape 5"/>
          <p:cNvSpPr/>
          <p:nvPr>
            <p:custDataLst>
              <p:tags r:id="rId3"/>
            </p:custDataLst>
          </p:nvPr>
        </p:nvSpPr>
        <p:spPr>
          <a:xfrm>
            <a:off x="952500" y="1714500"/>
            <a:ext cx="4826000" cy="508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400" b="1" i="0" u="none" strike="noStrike">
                <a:solidFill>
                  <a:srgbClr val="4CAF50"/>
                </a:solidFill>
                <a:latin typeface="Poppins"/>
                <a:ea typeface="Poppins"/>
                <a:cs typeface="Poppins"/>
                <a:sym typeface="Poppins"/>
              </a:rPr>
              <a:t>01. Push: Upload Your Work</a:t>
            </a:r>
            <a:endParaRPr lang="en-US" sz="2400" b="1" i="0" u="none" strike="noStrike">
              <a:solidFill>
                <a:srgbClr val="4CAF50"/>
              </a:solidFill>
              <a:latin typeface="Poppins"/>
              <a:ea typeface="Poppins"/>
              <a:cs typeface="Poppins"/>
              <a:sym typeface="Poppins"/>
            </a:endParaRPr>
          </a:p>
        </p:txBody>
      </p:sp>
      <p:pic>
        <p:nvPicPr>
          <p:cNvPr id="2097164" name="Picture 6"/>
          <p:cNvPicPr>
            <a:picLocks noChangeAspect="1"/>
          </p:cNvPicPr>
          <p:nvPr>
            <p:custDataLst>
              <p:tags r:id="rId4"/>
            </p:custDataLst>
          </p:nvPr>
        </p:nvPicPr>
        <p:blipFill>
          <a:blip r:embed="rId5"/>
          <a:srcRect l="796" r="796"/>
          <a:stretch>
            <a:fillRect/>
          </a:stretch>
        </p:blipFill>
        <p:spPr>
          <a:xfrm>
            <a:off x="952500" y="2349500"/>
            <a:ext cx="3048000" cy="1714500"/>
          </a:xfrm>
          <a:prstGeom prst="roundRect">
            <a:avLst>
              <a:gd name="adj" fmla="val 7407"/>
            </a:avLst>
          </a:prstGeom>
          <a:noFill/>
          <a:ln w="25400" cap="flat" cmpd="sng">
            <a:solidFill>
              <a:srgbClr val="4CAF50">
                <a:alpha val="40000"/>
              </a:srgbClr>
            </a:solidFill>
            <a:prstDash val="solid"/>
            <a:round/>
          </a:ln>
        </p:spPr>
      </p:pic>
      <p:sp>
        <p:nvSpPr>
          <p:cNvPr id="1048686" name="AutoShape 7"/>
          <p:cNvSpPr/>
          <p:nvPr>
            <p:custDataLst>
              <p:tags r:id="rId6"/>
            </p:custDataLst>
          </p:nvPr>
        </p:nvSpPr>
        <p:spPr>
          <a:xfrm>
            <a:off x="952500" y="4136390"/>
            <a:ext cx="4826000" cy="1987550"/>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600" b="1" i="0" u="none" strike="noStrike">
                <a:solidFill>
                  <a:srgbClr val="525252"/>
                </a:solidFill>
                <a:latin typeface="Poppins"/>
                <a:ea typeface="Poppins"/>
                <a:cs typeface="Poppins"/>
                <a:sym typeface="Poppins"/>
              </a:rPr>
              <a:t>Send your local commits to the remote repository. Click the "Push" button, select your branch, and confirm to upload your changes.</a:t>
            </a:r>
            <a:endParaRPr lang="en-US" sz="1200" b="1"/>
          </a:p>
          <a:p>
            <a:pPr marL="0" indent="0" algn="l">
              <a:lnSpc>
                <a:spcPct val="117000"/>
              </a:lnSpc>
            </a:pPr>
            <a:r>
              <a:rPr lang="en-US" sz="1600" b="0" i="0" u="none" strike="noStrike">
                <a:solidFill>
                  <a:srgbClr val="525252"/>
                </a:solidFill>
                <a:latin typeface="Poppins"/>
                <a:ea typeface="Poppins"/>
                <a:cs typeface="Poppins"/>
                <a:sym typeface="Poppins"/>
              </a:rPr>
              <a:t>로컬 커밋을 원격 저장소로 보내는 작업입니다. 툴바의 "Push" 버튼을 클릭하고 브랜치를 선택한 후 변경 사항을 업로드하세요.</a:t>
            </a:r>
            <a:endParaRPr lang="en-US" sz="1600" b="0" i="0" u="none" strike="noStrike">
              <a:solidFill>
                <a:srgbClr val="525252"/>
              </a:solidFill>
              <a:latin typeface="Poppins"/>
              <a:ea typeface="Poppins"/>
              <a:cs typeface="Poppins"/>
              <a:sym typeface="Poppins"/>
            </a:endParaRPr>
          </a:p>
        </p:txBody>
      </p:sp>
      <p:sp>
        <p:nvSpPr>
          <p:cNvPr id="1048687" name="AutoShape 8"/>
          <p:cNvSpPr/>
          <p:nvPr>
            <p:custDataLst>
              <p:tags r:id="rId7"/>
            </p:custDataLst>
          </p:nvPr>
        </p:nvSpPr>
        <p:spPr>
          <a:xfrm>
            <a:off x="6223000" y="1524000"/>
            <a:ext cx="5207000" cy="4826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p>
            <a:pPr algn="ctr"/>
          </a:p>
        </p:txBody>
      </p:sp>
      <p:sp>
        <p:nvSpPr>
          <p:cNvPr id="1048688" name="AutoShape 9"/>
          <p:cNvSpPr/>
          <p:nvPr>
            <p:custDataLst>
              <p:tags r:id="rId8"/>
            </p:custDataLst>
          </p:nvPr>
        </p:nvSpPr>
        <p:spPr>
          <a:xfrm>
            <a:off x="6413500" y="1714500"/>
            <a:ext cx="4826000" cy="508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200" b="1" i="0" u="none" strike="noStrike">
                <a:solidFill>
                  <a:srgbClr val="4CAF50"/>
                </a:solidFill>
                <a:latin typeface="Poppins"/>
                <a:ea typeface="Poppins"/>
                <a:cs typeface="Poppins"/>
                <a:sym typeface="Poppins"/>
              </a:rPr>
              <a:t>02. Pull: Sync with the </a:t>
            </a:r>
            <a:r>
              <a:rPr lang="en-US" sz="2400" b="1" i="0" u="none" strike="noStrike">
                <a:solidFill>
                  <a:srgbClr val="4CAF50"/>
                </a:solidFill>
                <a:latin typeface="Poppins"/>
                <a:ea typeface="Poppins"/>
                <a:cs typeface="Poppins"/>
                <a:sym typeface="Poppins"/>
              </a:rPr>
              <a:t>Remote</a:t>
            </a:r>
            <a:endParaRPr lang="en-US" sz="1100"/>
          </a:p>
        </p:txBody>
      </p:sp>
      <p:pic>
        <p:nvPicPr>
          <p:cNvPr id="2097165" name="Picture 10"/>
          <p:cNvPicPr>
            <a:picLocks noChangeAspect="1"/>
          </p:cNvPicPr>
          <p:nvPr>
            <p:custDataLst>
              <p:tags r:id="rId9"/>
            </p:custDataLst>
          </p:nvPr>
        </p:nvPicPr>
        <p:blipFill>
          <a:blip r:embed="rId10"/>
          <a:srcRect t="4445" b="4445"/>
          <a:stretch>
            <a:fillRect/>
          </a:stretch>
        </p:blipFill>
        <p:spPr>
          <a:xfrm>
            <a:off x="6413500" y="2349500"/>
            <a:ext cx="3048000" cy="1714500"/>
          </a:xfrm>
          <a:prstGeom prst="roundRect">
            <a:avLst>
              <a:gd name="adj" fmla="val 7407"/>
            </a:avLst>
          </a:prstGeom>
          <a:noFill/>
          <a:ln w="25400" cap="flat" cmpd="sng">
            <a:solidFill>
              <a:srgbClr val="4CAF50">
                <a:alpha val="40000"/>
              </a:srgbClr>
            </a:solidFill>
            <a:prstDash val="solid"/>
            <a:round/>
          </a:ln>
        </p:spPr>
      </p:pic>
      <p:sp>
        <p:nvSpPr>
          <p:cNvPr id="1048689" name="AutoShape 11"/>
          <p:cNvSpPr/>
          <p:nvPr>
            <p:custDataLst>
              <p:tags r:id="rId11"/>
            </p:custDataLst>
          </p:nvPr>
        </p:nvSpPr>
        <p:spPr>
          <a:xfrm>
            <a:off x="6413500" y="4254500"/>
            <a:ext cx="4826000" cy="1714500"/>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600" b="1" i="0" u="none" strike="noStrike">
                <a:solidFill>
                  <a:srgbClr val="525252"/>
                </a:solidFill>
                <a:latin typeface="Poppins"/>
                <a:ea typeface="Poppins"/>
                <a:cs typeface="Poppins"/>
                <a:sym typeface="Poppins"/>
              </a:rPr>
              <a:t>Download the latest changes from the remote server. This fetches new commits and merges them into your local branch to keep your code up-to-date.</a:t>
            </a:r>
            <a:endParaRPr lang="en-US" sz="1200" b="1"/>
          </a:p>
          <a:p>
            <a:pPr marL="0" indent="0" algn="l">
              <a:lnSpc>
                <a:spcPct val="117000"/>
              </a:lnSpc>
            </a:pPr>
            <a:r>
              <a:rPr lang="en-US" sz="1600" b="0" i="0" u="none" strike="noStrike">
                <a:solidFill>
                  <a:srgbClr val="525252"/>
                </a:solidFill>
                <a:latin typeface="Poppins"/>
                <a:ea typeface="Poppins"/>
                <a:cs typeface="Poppins"/>
                <a:sym typeface="Poppins"/>
              </a:rPr>
              <a:t>원격 서버에서 최신 변경 사항을 다운로드합니다. 이 작업은 새 커밋을 가져와 로컬 브랜치에 병합하여 코드를 최신 상태로 유지합니다.</a:t>
            </a:r>
            <a:endParaRPr lang="en-US" sz="1600" b="0" i="0" u="none" strike="noStrike">
              <a:solidFill>
                <a:srgbClr val="525252"/>
              </a:solidFill>
              <a:latin typeface="Poppins"/>
              <a:ea typeface="Poppins"/>
              <a:cs typeface="Poppins"/>
              <a:sym typeface="Poppins"/>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8684"/>
                                        </p:tgtEl>
                                        <p:attrNameLst>
                                          <p:attrName>style.visibility</p:attrName>
                                        </p:attrNameLst>
                                      </p:cBhvr>
                                      <p:to>
                                        <p:strVal val="visible"/>
                                      </p:to>
                                    </p:set>
                                    <p:animEffect transition="in" filter="fade">
                                      <p:cBhvr>
                                        <p:cTn id="7" dur="500"/>
                                        <p:tgtEl>
                                          <p:spTgt spid="104868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48685"/>
                                        </p:tgtEl>
                                        <p:attrNameLst>
                                          <p:attrName>style.visibility</p:attrName>
                                        </p:attrNameLst>
                                      </p:cBhvr>
                                      <p:to>
                                        <p:strVal val="visible"/>
                                      </p:to>
                                    </p:set>
                                    <p:animEffect transition="in" filter="fade">
                                      <p:cBhvr>
                                        <p:cTn id="10" dur="500"/>
                                        <p:tgtEl>
                                          <p:spTgt spid="1048685"/>
                                        </p:tgtEl>
                                      </p:cBhvr>
                                    </p:animEffect>
                                  </p:childTnLst>
                                </p:cTn>
                              </p:par>
                              <p:par>
                                <p:cTn id="11" presetID="10" presetClass="entr" presetSubtype="0" fill="hold" nodeType="withEffect">
                                  <p:stCondLst>
                                    <p:cond delay="0"/>
                                  </p:stCondLst>
                                  <p:childTnLst>
                                    <p:set>
                                      <p:cBhvr>
                                        <p:cTn id="12" dur="1" fill="hold">
                                          <p:stCondLst>
                                            <p:cond delay="0"/>
                                          </p:stCondLst>
                                        </p:cTn>
                                        <p:tgtEl>
                                          <p:spTgt spid="2097164"/>
                                        </p:tgtEl>
                                        <p:attrNameLst>
                                          <p:attrName>style.visibility</p:attrName>
                                        </p:attrNameLst>
                                      </p:cBhvr>
                                      <p:to>
                                        <p:strVal val="visible"/>
                                      </p:to>
                                    </p:set>
                                    <p:animEffect transition="in" filter="fade">
                                      <p:cBhvr>
                                        <p:cTn id="13" dur="500"/>
                                        <p:tgtEl>
                                          <p:spTgt spid="209716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48686"/>
                                        </p:tgtEl>
                                        <p:attrNameLst>
                                          <p:attrName>style.visibility</p:attrName>
                                        </p:attrNameLst>
                                      </p:cBhvr>
                                      <p:to>
                                        <p:strVal val="visible"/>
                                      </p:to>
                                    </p:set>
                                    <p:animEffect transition="in" filter="fade">
                                      <p:cBhvr>
                                        <p:cTn id="16" dur="500"/>
                                        <p:tgtEl>
                                          <p:spTgt spid="104868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48687"/>
                                        </p:tgtEl>
                                        <p:attrNameLst>
                                          <p:attrName>style.visibility</p:attrName>
                                        </p:attrNameLst>
                                      </p:cBhvr>
                                      <p:to>
                                        <p:strVal val="visible"/>
                                      </p:to>
                                    </p:set>
                                    <p:animEffect transition="in" filter="fade">
                                      <p:cBhvr>
                                        <p:cTn id="21" dur="500"/>
                                        <p:tgtEl>
                                          <p:spTgt spid="104868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48688"/>
                                        </p:tgtEl>
                                        <p:attrNameLst>
                                          <p:attrName>style.visibility</p:attrName>
                                        </p:attrNameLst>
                                      </p:cBhvr>
                                      <p:to>
                                        <p:strVal val="visible"/>
                                      </p:to>
                                    </p:set>
                                    <p:animEffect transition="in" filter="fade">
                                      <p:cBhvr>
                                        <p:cTn id="24" dur="500"/>
                                        <p:tgtEl>
                                          <p:spTgt spid="1048688"/>
                                        </p:tgtEl>
                                      </p:cBhvr>
                                    </p:animEffect>
                                  </p:childTnLst>
                                </p:cTn>
                              </p:par>
                              <p:par>
                                <p:cTn id="25" presetID="10" presetClass="entr" presetSubtype="0" fill="hold" nodeType="withEffect">
                                  <p:stCondLst>
                                    <p:cond delay="0"/>
                                  </p:stCondLst>
                                  <p:childTnLst>
                                    <p:set>
                                      <p:cBhvr>
                                        <p:cTn id="26" dur="1" fill="hold">
                                          <p:stCondLst>
                                            <p:cond delay="0"/>
                                          </p:stCondLst>
                                        </p:cTn>
                                        <p:tgtEl>
                                          <p:spTgt spid="2097165"/>
                                        </p:tgtEl>
                                        <p:attrNameLst>
                                          <p:attrName>style.visibility</p:attrName>
                                        </p:attrNameLst>
                                      </p:cBhvr>
                                      <p:to>
                                        <p:strVal val="visible"/>
                                      </p:to>
                                    </p:set>
                                    <p:animEffect transition="in" filter="fade">
                                      <p:cBhvr>
                                        <p:cTn id="27" dur="500"/>
                                        <p:tgtEl>
                                          <p:spTgt spid="209716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48689"/>
                                        </p:tgtEl>
                                        <p:attrNameLst>
                                          <p:attrName>style.visibility</p:attrName>
                                        </p:attrNameLst>
                                      </p:cBhvr>
                                      <p:to>
                                        <p:strVal val="visible"/>
                                      </p:to>
                                    </p:set>
                                    <p:animEffect transition="in" filter="fade">
                                      <p:cBhvr>
                                        <p:cTn id="30" dur="500"/>
                                        <p:tgtEl>
                                          <p:spTgt spid="1048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84" grpId="0" animBg="1"/>
      <p:bldP spid="1048684" grpId="1" animBg="1"/>
      <p:bldP spid="1048685" grpId="0"/>
      <p:bldP spid="1048685" grpId="1"/>
      <p:bldP spid="1048686" grpId="0"/>
      <p:bldP spid="1048687" grpId="0" animBg="1"/>
      <p:bldP spid="1048687" grpId="1" animBg="1"/>
      <p:bldP spid="1048688" grpId="0"/>
      <p:bldP spid="1048688" grpId="1"/>
      <p:bldP spid="104868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38" name=""/>
        <p:cNvGrpSpPr/>
        <p:nvPr/>
      </p:nvGrpSpPr>
      <p:grpSpPr>
        <a:xfrm>
          <a:off x="0" y="0"/>
          <a:ext cx="0" cy="0"/>
          <a:chOff x="0" y="0"/>
          <a:chExt cx="0" cy="0"/>
        </a:xfrm>
      </p:grpSpPr>
      <p:sp>
        <p:nvSpPr>
          <p:cNvPr id="1048696"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p>
            <a:pPr algn="ctr"/>
          </a:p>
        </p:txBody>
      </p:sp>
      <p:sp>
        <p:nvSpPr>
          <p:cNvPr id="1048697" name="AutoShape 3"/>
          <p:cNvSpPr/>
          <p:nvPr/>
        </p:nvSpPr>
        <p:spPr>
          <a:xfrm>
            <a:off x="762000" y="351155"/>
            <a:ext cx="10668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Core Feature 4: Branch</a:t>
            </a:r>
            <a:endParaRPr lang="en-US" sz="4400" b="1" i="0" u="none" strike="noStrike">
              <a:solidFill>
                <a:srgbClr val="333333"/>
              </a:solidFill>
              <a:latin typeface="Poppins"/>
              <a:ea typeface="Poppins"/>
              <a:cs typeface="Poppins"/>
              <a:sym typeface="Poppins"/>
            </a:endParaRPr>
          </a:p>
          <a:p>
            <a:pPr marL="0" indent="0" algn="l">
              <a:lnSpc>
                <a:spcPct val="125000"/>
              </a:lnSpc>
            </a:pPr>
            <a:r>
              <a:rPr lang="en-US" sz="2400" i="0" u="none" strike="noStrike">
                <a:solidFill>
                  <a:srgbClr val="333333"/>
                </a:solidFill>
                <a:latin typeface="Noto Sans KR"/>
                <a:ea typeface="Noto Sans KR"/>
                <a:cs typeface="Noto Sans KR"/>
                <a:sym typeface="Poppins"/>
              </a:rPr>
              <a:t>핵심 기능 4: 브랜치 (Branch)</a:t>
            </a:r>
            <a:endParaRPr lang="en-US" altLang="zh-CN" sz="4400" b="1" i="0" u="none" strike="noStrike">
              <a:solidFill>
                <a:srgbClr val="333333"/>
              </a:solidFill>
              <a:latin typeface="Poppins"/>
              <a:ea typeface="Poppins"/>
              <a:cs typeface="Poppins"/>
              <a:sym typeface="Poppins"/>
            </a:endParaRPr>
          </a:p>
        </p:txBody>
      </p:sp>
      <p:sp>
        <p:nvSpPr>
          <p:cNvPr id="1048698" name="AutoShape 4"/>
          <p:cNvSpPr/>
          <p:nvPr/>
        </p:nvSpPr>
        <p:spPr>
          <a:xfrm>
            <a:off x="762000" y="1525270"/>
            <a:ext cx="5207000" cy="2379345"/>
          </a:xfrm>
          <a:prstGeom prst="roundRect">
            <a:avLst>
              <a:gd name="adj" fmla="val 0"/>
            </a:avLst>
          </a:prstGeom>
          <a:solidFill>
            <a:srgbClr val="FFFFFF">
              <a:alpha val="70000"/>
            </a:srgbClr>
          </a:solidFill>
          <a:ln w="12700" cap="flat" cmpd="sng">
            <a:solidFill>
              <a:srgbClr val="4CAF50">
                <a:alpha val="30000"/>
              </a:srgbClr>
            </a:solidFill>
            <a:prstDash val="solid"/>
            <a:round/>
          </a:ln>
        </p:spPr>
        <p:txBody>
          <a:bodyPr vert="horz" wrap="square" lIns="63500" tIns="63500" rIns="63500" bIns="63500" rtlCol="0" anchor="ctr"/>
          <a:p>
            <a:pPr algn="ctr"/>
          </a:p>
        </p:txBody>
      </p:sp>
      <p:sp>
        <p:nvSpPr>
          <p:cNvPr id="1048699" name="AutoShape 5"/>
          <p:cNvSpPr/>
          <p:nvPr/>
        </p:nvSpPr>
        <p:spPr>
          <a:xfrm>
            <a:off x="952500" y="1547495"/>
            <a:ext cx="4826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4CAF50"/>
                </a:solidFill>
                <a:latin typeface="Poppins"/>
                <a:ea typeface="Poppins"/>
                <a:cs typeface="Poppins"/>
                <a:sym typeface="Poppins"/>
              </a:rPr>
              <a:t>Why Use Branches?</a:t>
            </a:r>
            <a:endParaRPr lang="en-US" sz="2000" b="1" i="0" u="none" strike="noStrike">
              <a:solidFill>
                <a:srgbClr val="4CAF50"/>
              </a:solidFill>
              <a:latin typeface="Poppins"/>
              <a:ea typeface="Poppins"/>
              <a:cs typeface="Poppins"/>
              <a:sym typeface="Poppins"/>
            </a:endParaRPr>
          </a:p>
        </p:txBody>
      </p:sp>
      <p:pic>
        <p:nvPicPr>
          <p:cNvPr id="2097166" name="Picture 6"/>
          <p:cNvPicPr>
            <a:picLocks noChangeAspect="1"/>
          </p:cNvPicPr>
          <p:nvPr/>
        </p:nvPicPr>
        <p:blipFill>
          <a:blip r:embed="rId2"/>
          <a:stretch>
            <a:fillRect/>
          </a:stretch>
        </p:blipFill>
        <p:spPr>
          <a:xfrm>
            <a:off x="952500" y="2008505"/>
            <a:ext cx="228600" cy="228600"/>
          </a:xfrm>
          <a:prstGeom prst="rect">
            <a:avLst/>
          </a:prstGeom>
        </p:spPr>
      </p:pic>
      <p:sp>
        <p:nvSpPr>
          <p:cNvPr id="1048700" name="AutoShape 7"/>
          <p:cNvSpPr/>
          <p:nvPr/>
        </p:nvSpPr>
        <p:spPr>
          <a:xfrm>
            <a:off x="1270000" y="2003425"/>
            <a:ext cx="4572000" cy="36322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1" i="0" u="none" strike="noStrike">
                <a:solidFill>
                  <a:srgbClr val="424242"/>
                </a:solidFill>
                <a:latin typeface="Poppins"/>
                <a:ea typeface="Poppins"/>
                <a:cs typeface="Poppins"/>
                <a:sym typeface="Poppins"/>
              </a:rPr>
              <a:t>Isolate Work:</a:t>
            </a:r>
            <a:r>
              <a:rPr lang="en-US" sz="1600" b="0" i="0" u="none" strike="noStrike">
                <a:solidFill>
                  <a:srgbClr val="424242"/>
                </a:solidFill>
                <a:latin typeface="Poppins"/>
                <a:ea typeface="Poppins"/>
                <a:cs typeface="Poppins"/>
                <a:sym typeface="Poppins"/>
              </a:rPr>
              <a:t> Develop new features without risking the main codebase.</a:t>
            </a:r>
            <a:endParaRPr lang="en-US" sz="1600" b="0" i="0" u="none" strike="noStrike">
              <a:solidFill>
                <a:srgbClr val="424242"/>
              </a:solidFill>
              <a:latin typeface="Poppins"/>
              <a:ea typeface="Poppins"/>
              <a:cs typeface="Poppins"/>
              <a:sym typeface="Poppins"/>
            </a:endParaRPr>
          </a:p>
        </p:txBody>
      </p:sp>
      <p:pic>
        <p:nvPicPr>
          <p:cNvPr id="2097167" name="Picture 8"/>
          <p:cNvPicPr>
            <a:picLocks noChangeAspect="1"/>
          </p:cNvPicPr>
          <p:nvPr/>
        </p:nvPicPr>
        <p:blipFill>
          <a:blip r:embed="rId3"/>
          <a:stretch>
            <a:fillRect/>
          </a:stretch>
        </p:blipFill>
        <p:spPr>
          <a:xfrm>
            <a:off x="952500" y="2468880"/>
            <a:ext cx="228600" cy="228600"/>
          </a:xfrm>
          <a:prstGeom prst="rect">
            <a:avLst/>
          </a:prstGeom>
        </p:spPr>
      </p:pic>
      <p:sp>
        <p:nvSpPr>
          <p:cNvPr id="1048701" name="AutoShape 9"/>
          <p:cNvSpPr/>
          <p:nvPr/>
        </p:nvSpPr>
        <p:spPr>
          <a:xfrm>
            <a:off x="1270000" y="2578100"/>
            <a:ext cx="4572000" cy="42164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1" i="0" u="none" strike="noStrike">
                <a:solidFill>
                  <a:srgbClr val="424242"/>
                </a:solidFill>
                <a:latin typeface="Poppins"/>
                <a:ea typeface="Poppins"/>
                <a:cs typeface="Poppins"/>
                <a:sym typeface="Poppins"/>
              </a:rPr>
              <a:t>Bug Fixes:</a:t>
            </a:r>
            <a:r>
              <a:rPr lang="en-US" sz="1600" b="0" i="0" u="none" strike="noStrike">
                <a:solidFill>
                  <a:srgbClr val="424242"/>
                </a:solidFill>
                <a:latin typeface="Poppins"/>
                <a:ea typeface="Poppins"/>
                <a:cs typeface="Poppins"/>
                <a:sym typeface="Poppins"/>
              </a:rPr>
              <a:t> Fix issues in a dedicated, risk-free environment.</a:t>
            </a:r>
            <a:endParaRPr lang="en-US" sz="1600" b="0" i="0" u="none" strike="noStrike">
              <a:solidFill>
                <a:srgbClr val="424242"/>
              </a:solidFill>
              <a:latin typeface="Poppins"/>
              <a:ea typeface="Poppins"/>
              <a:cs typeface="Poppins"/>
              <a:sym typeface="Poppins"/>
            </a:endParaRPr>
          </a:p>
        </p:txBody>
      </p:sp>
      <p:pic>
        <p:nvPicPr>
          <p:cNvPr id="2097168" name="Picture 10"/>
          <p:cNvPicPr>
            <a:picLocks noChangeAspect="1"/>
          </p:cNvPicPr>
          <p:nvPr/>
        </p:nvPicPr>
        <p:blipFill>
          <a:blip r:embed="rId4"/>
          <a:stretch>
            <a:fillRect/>
          </a:stretch>
        </p:blipFill>
        <p:spPr>
          <a:xfrm>
            <a:off x="952500" y="3068320"/>
            <a:ext cx="228600" cy="228600"/>
          </a:xfrm>
          <a:prstGeom prst="rect">
            <a:avLst/>
          </a:prstGeom>
        </p:spPr>
      </p:pic>
      <p:sp>
        <p:nvSpPr>
          <p:cNvPr id="1048702" name="AutoShape 11"/>
          <p:cNvSpPr/>
          <p:nvPr/>
        </p:nvSpPr>
        <p:spPr>
          <a:xfrm>
            <a:off x="1270000" y="3146425"/>
            <a:ext cx="4572000" cy="47371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1" i="0" u="none" strike="noStrike">
                <a:solidFill>
                  <a:srgbClr val="424242"/>
                </a:solidFill>
                <a:latin typeface="Poppins"/>
                <a:ea typeface="Poppins"/>
                <a:cs typeface="Poppins"/>
                <a:sym typeface="Poppins"/>
              </a:rPr>
              <a:t>Safe Experimentation:</a:t>
            </a:r>
            <a:r>
              <a:rPr lang="en-US" sz="1600" b="0" i="0" u="none" strike="noStrike">
                <a:solidFill>
                  <a:srgbClr val="424242"/>
                </a:solidFill>
                <a:latin typeface="Poppins"/>
                <a:ea typeface="Poppins"/>
                <a:cs typeface="Poppins"/>
                <a:sym typeface="Poppins"/>
              </a:rPr>
              <a:t> Test ideas without breaking production.</a:t>
            </a:r>
            <a:endParaRPr lang="en-US" sz="1600" b="0" i="0" u="none" strike="noStrike">
              <a:solidFill>
                <a:srgbClr val="424242"/>
              </a:solidFill>
              <a:latin typeface="Poppins"/>
              <a:ea typeface="Poppins"/>
              <a:cs typeface="Poppins"/>
              <a:sym typeface="Poppins"/>
            </a:endParaRPr>
          </a:p>
        </p:txBody>
      </p:sp>
      <p:sp>
        <p:nvSpPr>
          <p:cNvPr id="1048703" name="AutoShape 12"/>
          <p:cNvSpPr/>
          <p:nvPr/>
        </p:nvSpPr>
        <p:spPr>
          <a:xfrm>
            <a:off x="762000" y="4036060"/>
            <a:ext cx="5207000" cy="2545715"/>
          </a:xfrm>
          <a:prstGeom prst="roundRect">
            <a:avLst>
              <a:gd name="adj" fmla="val 0"/>
            </a:avLst>
          </a:prstGeom>
          <a:solidFill>
            <a:srgbClr val="FFFFFF">
              <a:alpha val="70000"/>
            </a:srgbClr>
          </a:solidFill>
          <a:ln w="12700" cap="flat" cmpd="sng">
            <a:solidFill>
              <a:srgbClr val="4CAF50">
                <a:alpha val="30000"/>
              </a:srgbClr>
            </a:solidFill>
            <a:prstDash val="solid"/>
            <a:round/>
          </a:ln>
        </p:spPr>
        <p:txBody>
          <a:bodyPr vert="horz" wrap="square" lIns="63500" tIns="63500" rIns="63500" bIns="63500" rtlCol="0" anchor="ctr"/>
          <a:p>
            <a:pPr algn="ctr"/>
          </a:p>
        </p:txBody>
      </p:sp>
      <p:sp>
        <p:nvSpPr>
          <p:cNvPr id="1048704" name="AutoShape 13"/>
          <p:cNvSpPr/>
          <p:nvPr/>
        </p:nvSpPr>
        <p:spPr>
          <a:xfrm>
            <a:off x="900430" y="4096385"/>
            <a:ext cx="4826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4CAF50"/>
                </a:solidFill>
                <a:latin typeface="Poppins"/>
                <a:ea typeface="Poppins"/>
                <a:cs typeface="Poppins"/>
                <a:sym typeface="Poppins"/>
              </a:rPr>
              <a:t>3 Steps to Create a Branch</a:t>
            </a:r>
            <a:endParaRPr lang="en-US" sz="2000" b="1" i="0" u="none" strike="noStrike">
              <a:solidFill>
                <a:srgbClr val="4CAF50"/>
              </a:solidFill>
              <a:latin typeface="Poppins"/>
              <a:ea typeface="Poppins"/>
              <a:cs typeface="Poppins"/>
              <a:sym typeface="Poppins"/>
            </a:endParaRPr>
          </a:p>
        </p:txBody>
      </p:sp>
      <p:pic>
        <p:nvPicPr>
          <p:cNvPr id="2097169" name="Picture 14"/>
          <p:cNvPicPr>
            <a:picLocks noChangeAspect="1"/>
          </p:cNvPicPr>
          <p:nvPr/>
        </p:nvPicPr>
        <p:blipFill>
          <a:blip r:embed="rId5"/>
          <a:stretch>
            <a:fillRect/>
          </a:stretch>
        </p:blipFill>
        <p:spPr>
          <a:xfrm>
            <a:off x="900430" y="4610100"/>
            <a:ext cx="228600" cy="228600"/>
          </a:xfrm>
          <a:prstGeom prst="rect">
            <a:avLst/>
          </a:prstGeom>
        </p:spPr>
      </p:pic>
      <p:sp>
        <p:nvSpPr>
          <p:cNvPr id="1048705" name="AutoShape 15"/>
          <p:cNvSpPr/>
          <p:nvPr/>
        </p:nvSpPr>
        <p:spPr>
          <a:xfrm>
            <a:off x="1270000" y="4669155"/>
            <a:ext cx="4572000" cy="42227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0" i="0" u="none" strike="noStrike">
                <a:solidFill>
                  <a:srgbClr val="424242"/>
                </a:solidFill>
                <a:latin typeface="Poppins"/>
                <a:ea typeface="Poppins"/>
                <a:cs typeface="Poppins"/>
                <a:sym typeface="Poppins"/>
              </a:rPr>
              <a:t>1. Click the “Branch” button in the Sourcetree toolbar.</a:t>
            </a:r>
            <a:endParaRPr lang="en-US" sz="1600" b="0" i="0" u="none" strike="noStrike">
              <a:solidFill>
                <a:srgbClr val="424242"/>
              </a:solidFill>
              <a:latin typeface="Poppins"/>
              <a:ea typeface="Poppins"/>
              <a:cs typeface="Poppins"/>
              <a:sym typeface="Poppins"/>
            </a:endParaRPr>
          </a:p>
        </p:txBody>
      </p:sp>
      <p:pic>
        <p:nvPicPr>
          <p:cNvPr id="2097170" name="Picture 16"/>
          <p:cNvPicPr>
            <a:picLocks noChangeAspect="1"/>
          </p:cNvPicPr>
          <p:nvPr/>
        </p:nvPicPr>
        <p:blipFill>
          <a:blip r:embed="rId6"/>
          <a:stretch>
            <a:fillRect/>
          </a:stretch>
        </p:blipFill>
        <p:spPr>
          <a:xfrm>
            <a:off x="952500" y="5252085"/>
            <a:ext cx="228600" cy="228600"/>
          </a:xfrm>
          <a:prstGeom prst="rect">
            <a:avLst/>
          </a:prstGeom>
        </p:spPr>
      </p:pic>
      <p:sp>
        <p:nvSpPr>
          <p:cNvPr id="1048706" name="AutoShape 17"/>
          <p:cNvSpPr/>
          <p:nvPr/>
        </p:nvSpPr>
        <p:spPr>
          <a:xfrm>
            <a:off x="1270000" y="5283200"/>
            <a:ext cx="4572000" cy="460375"/>
          </a:xfrm>
          <a:prstGeom prst="rect">
            <a:avLst/>
          </a:prstGeom>
          <a:noFill/>
          <a:ln w="12700" cap="flat" cmpd="sng">
            <a:noFill/>
            <a:prstDash val="solid"/>
            <a:round/>
          </a:ln>
        </p:spPr>
        <p:txBody>
          <a:bodyPr vert="horz" wrap="square" lIns="0" tIns="0" rIns="0" bIns="0" rtlCol="0" anchor="ctr" anchorCtr="0"/>
          <a:p>
            <a:pPr marL="0" algn="l">
              <a:lnSpc>
                <a:spcPct val="125000"/>
              </a:lnSpc>
              <a:buSzTx/>
            </a:pPr>
            <a:r>
              <a:rPr lang="en-US" sz="1600" b="0" i="0" u="none" strike="noStrike">
                <a:solidFill>
                  <a:srgbClr val="424242"/>
                </a:solidFill>
                <a:latin typeface="Poppins"/>
                <a:ea typeface="Poppins"/>
                <a:cs typeface="Poppins"/>
                <a:sym typeface="Poppins"/>
              </a:rPr>
              <a:t>2. Enter a clear name (e.g., “feature/payment-gateway”).</a:t>
            </a:r>
            <a:endParaRPr lang="en-US" sz="1600">
              <a:solidFill>
                <a:srgbClr val="424242"/>
              </a:solidFill>
              <a:latin typeface="Poppins"/>
              <a:ea typeface="Poppins"/>
              <a:cs typeface="Poppins"/>
            </a:endParaRPr>
          </a:p>
        </p:txBody>
      </p:sp>
      <p:pic>
        <p:nvPicPr>
          <p:cNvPr id="2097171" name="Picture 18"/>
          <p:cNvPicPr>
            <a:picLocks noChangeAspect="1"/>
          </p:cNvPicPr>
          <p:nvPr/>
        </p:nvPicPr>
        <p:blipFill>
          <a:blip r:embed="rId7"/>
          <a:stretch>
            <a:fillRect/>
          </a:stretch>
        </p:blipFill>
        <p:spPr>
          <a:xfrm>
            <a:off x="952500" y="5894070"/>
            <a:ext cx="228600" cy="228600"/>
          </a:xfrm>
          <a:prstGeom prst="rect">
            <a:avLst/>
          </a:prstGeom>
        </p:spPr>
      </p:pic>
      <p:sp>
        <p:nvSpPr>
          <p:cNvPr id="1048707" name="AutoShape 19"/>
          <p:cNvSpPr/>
          <p:nvPr/>
        </p:nvSpPr>
        <p:spPr>
          <a:xfrm>
            <a:off x="1270000" y="5817870"/>
            <a:ext cx="4572000" cy="363220"/>
          </a:xfrm>
          <a:prstGeom prst="rect">
            <a:avLst/>
          </a:prstGeom>
          <a:noFill/>
          <a:ln w="12700" cap="flat" cmpd="sng">
            <a:noFill/>
            <a:prstDash val="solid"/>
            <a:round/>
          </a:ln>
        </p:spPr>
        <p:txBody>
          <a:bodyPr vert="horz" wrap="square" lIns="0" tIns="0" rIns="0" bIns="0" rtlCol="0" anchor="ctr" anchorCtr="0"/>
          <a:p>
            <a:pPr marL="0" algn="l">
              <a:lnSpc>
                <a:spcPct val="125000"/>
              </a:lnSpc>
              <a:buSzTx/>
            </a:pPr>
            <a:r>
              <a:rPr lang="en-US" sz="1600" b="0" i="0" u="none" strike="noStrike">
                <a:solidFill>
                  <a:srgbClr val="424242"/>
                </a:solidFill>
                <a:latin typeface="Poppins"/>
                <a:ea typeface="Poppins"/>
                <a:cs typeface="Poppins"/>
                <a:sym typeface="Poppins"/>
              </a:rPr>
              <a:t>3. Click “Create Branch” to start your isolated line.</a:t>
            </a:r>
            <a:endParaRPr lang="en-US" sz="1600">
              <a:solidFill>
                <a:srgbClr val="424242"/>
              </a:solidFill>
              <a:latin typeface="Poppins"/>
              <a:ea typeface="Poppins"/>
              <a:cs typeface="Poppins"/>
            </a:endParaRPr>
          </a:p>
        </p:txBody>
      </p:sp>
      <p:pic>
        <p:nvPicPr>
          <p:cNvPr id="2097172" name="Picture 20"/>
          <p:cNvPicPr>
            <a:picLocks noChangeAspect="1"/>
          </p:cNvPicPr>
          <p:nvPr/>
        </p:nvPicPr>
        <p:blipFill>
          <a:blip r:embed="rId8"/>
          <a:srcRect l="5143" r="5143"/>
          <a:stretch>
            <a:fillRect/>
          </a:stretch>
        </p:blipFill>
        <p:spPr>
          <a:xfrm>
            <a:off x="6223000" y="1651000"/>
            <a:ext cx="5334000" cy="2286000"/>
          </a:xfrm>
          <a:prstGeom prst="rect">
            <a:avLst/>
          </a:prstGeom>
          <a:noFill/>
          <a:ln w="25400" cap="flat" cmpd="sng">
            <a:solidFill>
              <a:srgbClr val="FFFFFF">
                <a:alpha val="80000"/>
              </a:srgbClr>
            </a:solidFill>
            <a:prstDash val="solid"/>
            <a:round/>
          </a:ln>
          <a:effectLst>
            <a:outerShdw blurRad="127000" dist="50800" dir="2700000" algn="tl">
              <a:srgbClr val="000000">
                <a:alpha val="10000"/>
              </a:srgbClr>
            </a:outerShdw>
          </a:effectLst>
        </p:spPr>
      </p:pic>
      <p:sp>
        <p:nvSpPr>
          <p:cNvPr id="1048708" name="AutoShape 21"/>
          <p:cNvSpPr/>
          <p:nvPr/>
        </p:nvSpPr>
        <p:spPr>
          <a:xfrm>
            <a:off x="6267450" y="4365625"/>
            <a:ext cx="5334000" cy="2085975"/>
          </a:xfrm>
          <a:prstGeom prst="roundRect">
            <a:avLst>
              <a:gd name="adj" fmla="val 0"/>
            </a:avLst>
          </a:prstGeom>
          <a:solidFill>
            <a:srgbClr val="4CAF50">
              <a:alpha val="10000"/>
            </a:srgbClr>
          </a:solidFill>
          <a:ln w="12700" cap="flat" cmpd="sng">
            <a:solidFill>
              <a:srgbClr val="4CAF50">
                <a:alpha val="40000"/>
              </a:srgbClr>
            </a:solidFill>
            <a:prstDash val="solid"/>
            <a:round/>
          </a:ln>
        </p:spPr>
        <p:txBody>
          <a:bodyPr vert="horz" wrap="square" lIns="63500" tIns="63500" rIns="63500" bIns="63500" rtlCol="0" anchor="ctr"/>
          <a:p>
            <a:pPr algn="ctr"/>
          </a:p>
        </p:txBody>
      </p:sp>
      <p:pic>
        <p:nvPicPr>
          <p:cNvPr id="2097173" name="Picture 22"/>
          <p:cNvPicPr>
            <a:picLocks noChangeAspect="1"/>
          </p:cNvPicPr>
          <p:nvPr/>
        </p:nvPicPr>
        <p:blipFill>
          <a:blip r:embed="rId9"/>
          <a:stretch>
            <a:fillRect/>
          </a:stretch>
        </p:blipFill>
        <p:spPr>
          <a:xfrm>
            <a:off x="6413500" y="4533900"/>
            <a:ext cx="304800" cy="304800"/>
          </a:xfrm>
          <a:prstGeom prst="rect">
            <a:avLst/>
          </a:prstGeom>
        </p:spPr>
      </p:pic>
      <p:sp>
        <p:nvSpPr>
          <p:cNvPr id="1048709" name="AutoShape 23"/>
          <p:cNvSpPr/>
          <p:nvPr/>
        </p:nvSpPr>
        <p:spPr>
          <a:xfrm>
            <a:off x="6794500" y="4445000"/>
            <a:ext cx="4699000" cy="1868805"/>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800" b="1" i="0" u="none" strike="noStrike">
                <a:solidFill>
                  <a:srgbClr val="333333"/>
                </a:solidFill>
                <a:latin typeface="Poppins"/>
                <a:ea typeface="Poppins"/>
                <a:cs typeface="Poppins"/>
                <a:sym typeface="Poppins"/>
              </a:rPr>
              <a:t>Pro Tip: Naming Conventions</a:t>
            </a:r>
            <a:endParaRPr lang="en-US" sz="1800" b="1" i="0" u="none" strike="noStrike">
              <a:solidFill>
                <a:srgbClr val="333333"/>
              </a:solidFill>
              <a:latin typeface="Poppins"/>
              <a:ea typeface="Poppins"/>
              <a:cs typeface="Poppins"/>
              <a:sym typeface="Poppins"/>
            </a:endParaRPr>
          </a:p>
          <a:p>
            <a:pPr marL="0" indent="0" algn="l">
              <a:lnSpc>
                <a:spcPct val="117000"/>
              </a:lnSpc>
            </a:pPr>
            <a:endParaRPr lang="en-US" sz="1200"/>
          </a:p>
          <a:p>
            <a:pPr marL="0" indent="0" algn="l">
              <a:lnSpc>
                <a:spcPct val="117000"/>
              </a:lnSpc>
            </a:pPr>
            <a:r>
              <a:rPr lang="ko-KR" altLang="en-US" sz="1800" i="0" u="none" strike="noStrike">
                <a:solidFill>
                  <a:srgbClr val="555555"/>
                </a:solidFill>
                <a:latin typeface="Poppins"/>
                <a:ea typeface="Poppins"/>
                <a:cs typeface="Poppins"/>
                <a:sym typeface="Poppins"/>
              </a:rPr>
              <a:t>이름 짓기 규칙</a:t>
            </a:r>
            <a:endParaRPr lang="ko-KR" altLang="en-US" sz="1800" i="0" u="none" strike="noStrike">
              <a:solidFill>
                <a:srgbClr val="555555"/>
              </a:solidFill>
              <a:latin typeface="Poppins"/>
              <a:ea typeface="Poppins"/>
              <a:cs typeface="Poppins"/>
              <a:sym typeface="Poppins"/>
            </a:endParaRPr>
          </a:p>
          <a:p>
            <a:pPr marL="0" indent="0" algn="l">
              <a:lnSpc>
                <a:spcPct val="117000"/>
              </a:lnSpc>
            </a:pPr>
            <a:r>
              <a:rPr lang="en-US" altLang="zh-CN" sz="1800" i="0" u="none" strike="noStrike">
                <a:solidFill>
                  <a:srgbClr val="555555"/>
                </a:solidFill>
                <a:latin typeface="Poppins"/>
                <a:ea typeface="Poppins"/>
                <a:cs typeface="Poppins"/>
                <a:sym typeface="Poppins"/>
              </a:rPr>
              <a:t>feature/, bugfix/, hotfix/ </a:t>
            </a:r>
            <a:r>
              <a:rPr lang="ko-KR" altLang="en-US" sz="1800" i="0" u="none" strike="noStrike">
                <a:solidFill>
                  <a:srgbClr val="555555"/>
                </a:solidFill>
                <a:latin typeface="Poppins"/>
                <a:ea typeface="Poppins"/>
                <a:cs typeface="Poppins"/>
                <a:sym typeface="Poppins"/>
              </a:rPr>
              <a:t>와 같은 일관된 접두사를 사용하면 팀원에게 브랜치의 목적을 바로 알릴 수 있습니다.</a:t>
            </a:r>
            <a:endParaRPr lang="ko-KR" altLang="en-US" sz="1800" i="0" u="none" strike="noStrike">
              <a:solidFill>
                <a:srgbClr val="555555"/>
              </a:solidFill>
              <a:latin typeface="Poppins"/>
              <a:ea typeface="Poppins"/>
              <a:cs typeface="Poppins"/>
              <a:sym typeface="Poppins"/>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48699"/>
                                        </p:tgtEl>
                                        <p:attrNameLst>
                                          <p:attrName>style.visibility</p:attrName>
                                        </p:attrNameLst>
                                      </p:cBhvr>
                                      <p:to>
                                        <p:strVal val="visible"/>
                                      </p:to>
                                    </p:set>
                                    <p:animEffect transition="in" filter="fade">
                                      <p:cBhvr>
                                        <p:cTn id="7" dur="500"/>
                                        <p:tgtEl>
                                          <p:spTgt spid="104869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48700"/>
                                        </p:tgtEl>
                                        <p:attrNameLst>
                                          <p:attrName>style.visibility</p:attrName>
                                        </p:attrNameLst>
                                      </p:cBhvr>
                                      <p:to>
                                        <p:strVal val="visible"/>
                                      </p:to>
                                    </p:set>
                                    <p:animEffect transition="in" filter="fade">
                                      <p:cBhvr>
                                        <p:cTn id="10" dur="500"/>
                                        <p:tgtEl>
                                          <p:spTgt spid="104870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48701"/>
                                        </p:tgtEl>
                                        <p:attrNameLst>
                                          <p:attrName>style.visibility</p:attrName>
                                        </p:attrNameLst>
                                      </p:cBhvr>
                                      <p:to>
                                        <p:strVal val="visible"/>
                                      </p:to>
                                    </p:set>
                                    <p:animEffect transition="in" filter="fade">
                                      <p:cBhvr>
                                        <p:cTn id="13" dur="500"/>
                                        <p:tgtEl>
                                          <p:spTgt spid="104870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48702"/>
                                        </p:tgtEl>
                                        <p:attrNameLst>
                                          <p:attrName>style.visibility</p:attrName>
                                        </p:attrNameLst>
                                      </p:cBhvr>
                                      <p:to>
                                        <p:strVal val="visible"/>
                                      </p:to>
                                    </p:set>
                                    <p:animEffect transition="in" filter="fade">
                                      <p:cBhvr>
                                        <p:cTn id="16" dur="500"/>
                                        <p:tgtEl>
                                          <p:spTgt spid="1048702"/>
                                        </p:tgtEl>
                                      </p:cBhvr>
                                    </p:animEffect>
                                  </p:childTnLst>
                                </p:cTn>
                              </p:par>
                              <p:par>
                                <p:cTn id="17" presetID="10" presetClass="entr" presetSubtype="0" fill="hold" nodeType="withEffect">
                                  <p:stCondLst>
                                    <p:cond delay="0"/>
                                  </p:stCondLst>
                                  <p:childTnLst>
                                    <p:set>
                                      <p:cBhvr>
                                        <p:cTn id="18" dur="1" fill="hold">
                                          <p:stCondLst>
                                            <p:cond delay="0"/>
                                          </p:stCondLst>
                                        </p:cTn>
                                        <p:tgtEl>
                                          <p:spTgt spid="2097166"/>
                                        </p:tgtEl>
                                        <p:attrNameLst>
                                          <p:attrName>style.visibility</p:attrName>
                                        </p:attrNameLst>
                                      </p:cBhvr>
                                      <p:to>
                                        <p:strVal val="visible"/>
                                      </p:to>
                                    </p:set>
                                    <p:animEffect transition="in" filter="fade">
                                      <p:cBhvr>
                                        <p:cTn id="19" dur="500"/>
                                        <p:tgtEl>
                                          <p:spTgt spid="209716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48698"/>
                                        </p:tgtEl>
                                        <p:attrNameLst>
                                          <p:attrName>style.visibility</p:attrName>
                                        </p:attrNameLst>
                                      </p:cBhvr>
                                      <p:to>
                                        <p:strVal val="visible"/>
                                      </p:to>
                                    </p:set>
                                    <p:animEffect transition="in" filter="fade">
                                      <p:cBhvr>
                                        <p:cTn id="22" dur="500"/>
                                        <p:tgtEl>
                                          <p:spTgt spid="1048698"/>
                                        </p:tgtEl>
                                      </p:cBhvr>
                                    </p:animEffect>
                                  </p:childTnLst>
                                </p:cTn>
                              </p:par>
                              <p:par>
                                <p:cTn id="23" presetID="10" presetClass="entr" presetSubtype="0" fill="hold" nodeType="withEffect">
                                  <p:stCondLst>
                                    <p:cond delay="0"/>
                                  </p:stCondLst>
                                  <p:childTnLst>
                                    <p:set>
                                      <p:cBhvr>
                                        <p:cTn id="24" dur="1" fill="hold">
                                          <p:stCondLst>
                                            <p:cond delay="0"/>
                                          </p:stCondLst>
                                        </p:cTn>
                                        <p:tgtEl>
                                          <p:spTgt spid="2097168"/>
                                        </p:tgtEl>
                                        <p:attrNameLst>
                                          <p:attrName>style.visibility</p:attrName>
                                        </p:attrNameLst>
                                      </p:cBhvr>
                                      <p:to>
                                        <p:strVal val="visible"/>
                                      </p:to>
                                    </p:set>
                                    <p:animEffect transition="in" filter="fade">
                                      <p:cBhvr>
                                        <p:cTn id="25" dur="500"/>
                                        <p:tgtEl>
                                          <p:spTgt spid="2097168"/>
                                        </p:tgtEl>
                                      </p:cBhvr>
                                    </p:animEffect>
                                  </p:childTnLst>
                                </p:cTn>
                              </p:par>
                              <p:par>
                                <p:cTn id="26" presetID="10" presetClass="entr" presetSubtype="0" fill="hold" nodeType="withEffect">
                                  <p:stCondLst>
                                    <p:cond delay="0"/>
                                  </p:stCondLst>
                                  <p:childTnLst>
                                    <p:set>
                                      <p:cBhvr>
                                        <p:cTn id="27" dur="1" fill="hold">
                                          <p:stCondLst>
                                            <p:cond delay="0"/>
                                          </p:stCondLst>
                                        </p:cTn>
                                        <p:tgtEl>
                                          <p:spTgt spid="2097167"/>
                                        </p:tgtEl>
                                        <p:attrNameLst>
                                          <p:attrName>style.visibility</p:attrName>
                                        </p:attrNameLst>
                                      </p:cBhvr>
                                      <p:to>
                                        <p:strVal val="visible"/>
                                      </p:to>
                                    </p:set>
                                    <p:animEffect transition="in" filter="fade">
                                      <p:cBhvr>
                                        <p:cTn id="28" dur="500"/>
                                        <p:tgtEl>
                                          <p:spTgt spid="2097167"/>
                                        </p:tgtEl>
                                      </p:cBhvr>
                                    </p:animEffect>
                                  </p:childTnLst>
                                </p:cTn>
                              </p:par>
                              <p:par>
                                <p:cTn id="29" presetID="10" presetClass="entr" presetSubtype="0" fill="hold" nodeType="withEffect">
                                  <p:stCondLst>
                                    <p:cond delay="0"/>
                                  </p:stCondLst>
                                  <p:childTnLst>
                                    <p:set>
                                      <p:cBhvr>
                                        <p:cTn id="30" dur="1" fill="hold">
                                          <p:stCondLst>
                                            <p:cond delay="0"/>
                                          </p:stCondLst>
                                        </p:cTn>
                                        <p:tgtEl>
                                          <p:spTgt spid="2097172"/>
                                        </p:tgtEl>
                                        <p:attrNameLst>
                                          <p:attrName>style.visibility</p:attrName>
                                        </p:attrNameLst>
                                      </p:cBhvr>
                                      <p:to>
                                        <p:strVal val="visible"/>
                                      </p:to>
                                    </p:set>
                                    <p:animEffect transition="in" filter="fade">
                                      <p:cBhvr>
                                        <p:cTn id="31" dur="500"/>
                                        <p:tgtEl>
                                          <p:spTgt spid="209717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48703"/>
                                        </p:tgtEl>
                                        <p:attrNameLst>
                                          <p:attrName>style.visibility</p:attrName>
                                        </p:attrNameLst>
                                      </p:cBhvr>
                                      <p:to>
                                        <p:strVal val="visible"/>
                                      </p:to>
                                    </p:set>
                                    <p:animEffect transition="in" filter="fade">
                                      <p:cBhvr>
                                        <p:cTn id="36" dur="500"/>
                                        <p:tgtEl>
                                          <p:spTgt spid="104870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48704"/>
                                        </p:tgtEl>
                                        <p:attrNameLst>
                                          <p:attrName>style.visibility</p:attrName>
                                        </p:attrNameLst>
                                      </p:cBhvr>
                                      <p:to>
                                        <p:strVal val="visible"/>
                                      </p:to>
                                    </p:set>
                                    <p:animEffect transition="in" filter="fade">
                                      <p:cBhvr>
                                        <p:cTn id="39" dur="500"/>
                                        <p:tgtEl>
                                          <p:spTgt spid="104870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48705"/>
                                        </p:tgtEl>
                                        <p:attrNameLst>
                                          <p:attrName>style.visibility</p:attrName>
                                        </p:attrNameLst>
                                      </p:cBhvr>
                                      <p:to>
                                        <p:strVal val="visible"/>
                                      </p:to>
                                    </p:set>
                                    <p:animEffect transition="in" filter="fade">
                                      <p:cBhvr>
                                        <p:cTn id="42" dur="500"/>
                                        <p:tgtEl>
                                          <p:spTgt spid="1048705"/>
                                        </p:tgtEl>
                                      </p:cBhvr>
                                    </p:animEffect>
                                  </p:childTnLst>
                                </p:cTn>
                              </p:par>
                              <p:par>
                                <p:cTn id="43" presetID="10" presetClass="entr" presetSubtype="0" fill="hold" nodeType="withEffect">
                                  <p:stCondLst>
                                    <p:cond delay="0"/>
                                  </p:stCondLst>
                                  <p:childTnLst>
                                    <p:set>
                                      <p:cBhvr>
                                        <p:cTn id="44" dur="1" fill="hold">
                                          <p:stCondLst>
                                            <p:cond delay="0"/>
                                          </p:stCondLst>
                                        </p:cTn>
                                        <p:tgtEl>
                                          <p:spTgt spid="2097169"/>
                                        </p:tgtEl>
                                        <p:attrNameLst>
                                          <p:attrName>style.visibility</p:attrName>
                                        </p:attrNameLst>
                                      </p:cBhvr>
                                      <p:to>
                                        <p:strVal val="visible"/>
                                      </p:to>
                                    </p:set>
                                    <p:animEffect transition="in" filter="fade">
                                      <p:cBhvr>
                                        <p:cTn id="45" dur="500"/>
                                        <p:tgtEl>
                                          <p:spTgt spid="209716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48706"/>
                                        </p:tgtEl>
                                        <p:attrNameLst>
                                          <p:attrName>style.visibility</p:attrName>
                                        </p:attrNameLst>
                                      </p:cBhvr>
                                      <p:to>
                                        <p:strVal val="visible"/>
                                      </p:to>
                                    </p:set>
                                    <p:animEffect transition="in" filter="fade">
                                      <p:cBhvr>
                                        <p:cTn id="48" dur="500"/>
                                        <p:tgtEl>
                                          <p:spTgt spid="1048706"/>
                                        </p:tgtEl>
                                      </p:cBhvr>
                                    </p:animEffect>
                                  </p:childTnLst>
                                </p:cTn>
                              </p:par>
                              <p:par>
                                <p:cTn id="49" presetID="10" presetClass="entr" presetSubtype="0" fill="hold" nodeType="withEffect">
                                  <p:stCondLst>
                                    <p:cond delay="0"/>
                                  </p:stCondLst>
                                  <p:childTnLst>
                                    <p:set>
                                      <p:cBhvr>
                                        <p:cTn id="50" dur="1" fill="hold">
                                          <p:stCondLst>
                                            <p:cond delay="0"/>
                                          </p:stCondLst>
                                        </p:cTn>
                                        <p:tgtEl>
                                          <p:spTgt spid="2097170"/>
                                        </p:tgtEl>
                                        <p:attrNameLst>
                                          <p:attrName>style.visibility</p:attrName>
                                        </p:attrNameLst>
                                      </p:cBhvr>
                                      <p:to>
                                        <p:strVal val="visible"/>
                                      </p:to>
                                    </p:set>
                                    <p:animEffect transition="in" filter="fade">
                                      <p:cBhvr>
                                        <p:cTn id="51" dur="500"/>
                                        <p:tgtEl>
                                          <p:spTgt spid="209717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48707"/>
                                        </p:tgtEl>
                                        <p:attrNameLst>
                                          <p:attrName>style.visibility</p:attrName>
                                        </p:attrNameLst>
                                      </p:cBhvr>
                                      <p:to>
                                        <p:strVal val="visible"/>
                                      </p:to>
                                    </p:set>
                                    <p:animEffect transition="in" filter="fade">
                                      <p:cBhvr>
                                        <p:cTn id="54" dur="500"/>
                                        <p:tgtEl>
                                          <p:spTgt spid="1048707"/>
                                        </p:tgtEl>
                                      </p:cBhvr>
                                    </p:animEffect>
                                  </p:childTnLst>
                                </p:cTn>
                              </p:par>
                              <p:par>
                                <p:cTn id="55" presetID="10" presetClass="entr" presetSubtype="0" fill="hold" nodeType="withEffect">
                                  <p:stCondLst>
                                    <p:cond delay="0"/>
                                  </p:stCondLst>
                                  <p:childTnLst>
                                    <p:set>
                                      <p:cBhvr>
                                        <p:cTn id="56" dur="1" fill="hold">
                                          <p:stCondLst>
                                            <p:cond delay="0"/>
                                          </p:stCondLst>
                                        </p:cTn>
                                        <p:tgtEl>
                                          <p:spTgt spid="2097171"/>
                                        </p:tgtEl>
                                        <p:attrNameLst>
                                          <p:attrName>style.visibility</p:attrName>
                                        </p:attrNameLst>
                                      </p:cBhvr>
                                      <p:to>
                                        <p:strVal val="visible"/>
                                      </p:to>
                                    </p:set>
                                    <p:animEffect transition="in" filter="fade">
                                      <p:cBhvr>
                                        <p:cTn id="57" dur="500"/>
                                        <p:tgtEl>
                                          <p:spTgt spid="209717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048709"/>
                                        </p:tgtEl>
                                        <p:attrNameLst>
                                          <p:attrName>style.visibility</p:attrName>
                                        </p:attrNameLst>
                                      </p:cBhvr>
                                      <p:to>
                                        <p:strVal val="visible"/>
                                      </p:to>
                                    </p:set>
                                    <p:animEffect transition="in" filter="fade">
                                      <p:cBhvr>
                                        <p:cTn id="60" dur="500"/>
                                        <p:tgtEl>
                                          <p:spTgt spid="104870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048708"/>
                                        </p:tgtEl>
                                        <p:attrNameLst>
                                          <p:attrName>style.visibility</p:attrName>
                                        </p:attrNameLst>
                                      </p:cBhvr>
                                      <p:to>
                                        <p:strVal val="visible"/>
                                      </p:to>
                                    </p:set>
                                    <p:animEffect transition="in" filter="fade">
                                      <p:cBhvr>
                                        <p:cTn id="63" dur="500"/>
                                        <p:tgtEl>
                                          <p:spTgt spid="1048708"/>
                                        </p:tgtEl>
                                      </p:cBhvr>
                                    </p:animEffect>
                                  </p:childTnLst>
                                </p:cTn>
                              </p:par>
                              <p:par>
                                <p:cTn id="64" presetID="10" presetClass="entr" presetSubtype="0" fill="hold" nodeType="withEffect">
                                  <p:stCondLst>
                                    <p:cond delay="0"/>
                                  </p:stCondLst>
                                  <p:childTnLst>
                                    <p:set>
                                      <p:cBhvr>
                                        <p:cTn id="65" dur="1" fill="hold">
                                          <p:stCondLst>
                                            <p:cond delay="0"/>
                                          </p:stCondLst>
                                        </p:cTn>
                                        <p:tgtEl>
                                          <p:spTgt spid="2097173"/>
                                        </p:tgtEl>
                                        <p:attrNameLst>
                                          <p:attrName>style.visibility</p:attrName>
                                        </p:attrNameLst>
                                      </p:cBhvr>
                                      <p:to>
                                        <p:strVal val="visible"/>
                                      </p:to>
                                    </p:set>
                                    <p:animEffect transition="in" filter="fade">
                                      <p:cBhvr>
                                        <p:cTn id="66" dur="500"/>
                                        <p:tgtEl>
                                          <p:spTgt spid="209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99" grpId="0"/>
      <p:bldP spid="1048699" grpId="1"/>
      <p:bldP spid="1048700" grpId="0"/>
      <p:bldP spid="1048700" grpId="1"/>
      <p:bldP spid="1048701" grpId="0"/>
      <p:bldP spid="1048701" grpId="1"/>
      <p:bldP spid="1048702" grpId="0"/>
      <p:bldP spid="1048702" grpId="1"/>
      <p:bldP spid="1048698" grpId="0" bldLvl="0" animBg="1"/>
      <p:bldP spid="1048703" grpId="0" bldLvl="0" animBg="1"/>
      <p:bldP spid="1048703" grpId="1" animBg="1"/>
      <p:bldP spid="1048704" grpId="0"/>
      <p:bldP spid="1048704" grpId="1"/>
      <p:bldP spid="1048705" grpId="0"/>
      <p:bldP spid="1048705" grpId="1"/>
      <p:bldP spid="1048706" grpId="0"/>
      <p:bldP spid="1048707" grpId="0"/>
      <p:bldP spid="1048709" grpId="0"/>
      <p:bldP spid="1048708"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41" name=""/>
        <p:cNvGrpSpPr/>
        <p:nvPr/>
      </p:nvGrpSpPr>
      <p:grpSpPr>
        <a:xfrm>
          <a:off x="0" y="0"/>
          <a:ext cx="0" cy="0"/>
          <a:chOff x="0" y="0"/>
          <a:chExt cx="0" cy="0"/>
        </a:xfrm>
      </p:grpSpPr>
      <p:sp>
        <p:nvSpPr>
          <p:cNvPr id="1048716"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717" name="AutoShape 3"/>
          <p:cNvSpPr/>
          <p:nvPr/>
        </p:nvSpPr>
        <p:spPr>
          <a:xfrm>
            <a:off x="697865" y="293370"/>
            <a:ext cx="10414635" cy="118999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Standard Workflow for Web Homework</a:t>
            </a:r>
            <a:endParaRPr lang="en-US" sz="4400" b="1" i="0" u="none" strike="noStrike">
              <a:solidFill>
                <a:srgbClr val="333333"/>
              </a:solidFill>
              <a:latin typeface="Poppins"/>
              <a:ea typeface="Poppins"/>
              <a:cs typeface="Poppins"/>
              <a:sym typeface="Poppins"/>
            </a:endParaRPr>
          </a:p>
          <a:p>
            <a:pPr marL="0" indent="0" algn="l">
              <a:lnSpc>
                <a:spcPct val="125000"/>
              </a:lnSpc>
            </a:pPr>
            <a:r>
              <a:rPr lang="en-US" sz="2400" i="0" u="none" strike="noStrike">
                <a:solidFill>
                  <a:srgbClr val="333333"/>
                </a:solidFill>
                <a:latin typeface="Noto Sans KR"/>
                <a:ea typeface="Noto Sans KR"/>
                <a:cs typeface="Noto Sans KR"/>
                <a:sym typeface="Poppins"/>
              </a:rPr>
              <a:t>웹 과제 표준 작업 흐름</a:t>
            </a:r>
            <a:endParaRPr lang="ko-KR" altLang="en-US" sz="4400" b="1" i="0" u="none" strike="noStrike">
              <a:solidFill>
                <a:srgbClr val="333333"/>
              </a:solidFill>
              <a:latin typeface="Poppins"/>
              <a:ea typeface="Poppins"/>
              <a:cs typeface="Poppins"/>
              <a:sym typeface="Poppins"/>
            </a:endParaRPr>
          </a:p>
        </p:txBody>
      </p:sp>
      <p:pic>
        <p:nvPicPr>
          <p:cNvPr id="2097174" name="Picture 4"/>
          <p:cNvPicPr>
            <a:picLocks noChangeAspect="1"/>
          </p:cNvPicPr>
          <p:nvPr/>
        </p:nvPicPr>
        <p:blipFill>
          <a:blip r:embed="rId2"/>
          <a:srcRect l="20" r="20"/>
          <a:stretch>
            <a:fillRect/>
          </a:stretch>
        </p:blipFill>
        <p:spPr>
          <a:xfrm>
            <a:off x="697865" y="1885315"/>
            <a:ext cx="4318000" cy="2667000"/>
          </a:xfrm>
          <a:prstGeom prst="rect">
            <a:avLst/>
          </a:prstGeom>
          <a:noFill/>
          <a:ln w="12700" cap="flat" cmpd="sng">
            <a:solidFill>
              <a:srgbClr val="000000">
                <a:alpha val="8000"/>
              </a:srgbClr>
            </a:solidFill>
            <a:prstDash val="solid"/>
            <a:round/>
          </a:ln>
          <a:effectLst>
            <a:outerShdw blurRad="127000" dist="50800" dir="2700000" algn="tl">
              <a:srgbClr val="000000">
                <a:alpha val="8000"/>
              </a:srgbClr>
            </a:outerShdw>
          </a:effectLst>
        </p:spPr>
      </p:pic>
      <p:sp>
        <p:nvSpPr>
          <p:cNvPr id="1048718" name="AutoShape 5"/>
          <p:cNvSpPr/>
          <p:nvPr/>
        </p:nvSpPr>
        <p:spPr>
          <a:xfrm>
            <a:off x="697865" y="4635500"/>
            <a:ext cx="4318000" cy="508000"/>
          </a:xfrm>
          <a:prstGeom prst="rect">
            <a:avLst/>
          </a:prstGeom>
          <a:noFill/>
          <a:ln w="12700" cap="flat" cmpd="sng">
            <a:noFill/>
            <a:prstDash val="solid"/>
            <a:round/>
          </a:ln>
        </p:spPr>
        <p:txBody>
          <a:bodyPr vert="horz" wrap="square" lIns="0" tIns="0" rIns="0" bIns="0" rtlCol="0" anchor="ctr" anchorCtr="0"/>
          <a:p>
            <a:pPr marL="0" indent="0" algn="just">
              <a:lnSpc>
                <a:spcPct val="125000"/>
              </a:lnSpc>
            </a:pPr>
            <a:r>
              <a:rPr lang="en-US" altLang="zh-CN" sz="1300" b="1"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Git </a:t>
            </a:r>
            <a:r>
              <a:rPr lang="ko-KR" altLang="en-US" sz="1300" b="1"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생명주기 시각화: 로컬 작업 디렉토리에서 중앙 저장소까지</a:t>
            </a:r>
            <a:endParaRPr lang="ko-KR" altLang="en-US" sz="1300" b="1"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19" name="AutoShape 6"/>
          <p:cNvSpPr/>
          <p:nvPr/>
        </p:nvSpPr>
        <p:spPr>
          <a:xfrm>
            <a:off x="5461000" y="1729105"/>
            <a:ext cx="3068320" cy="1191895"/>
          </a:xfrm>
          <a:prstGeom prst="roundRect">
            <a:avLst>
              <a:gd name="adj" fmla="val 0"/>
            </a:avLst>
          </a:prstGeom>
          <a:solidFill>
            <a:srgbClr val="FFFFFF">
              <a:alpha val="60000"/>
            </a:srgbClr>
          </a:solidFill>
          <a:ln w="12700" cap="flat" cmpd="sng">
            <a:solidFill>
              <a:srgbClr val="4CAF50">
                <a:alpha val="20000"/>
              </a:srgbClr>
            </a:solidFill>
            <a:prstDash val="solid"/>
            <a:round/>
          </a:ln>
        </p:spPr>
        <p:txBody>
          <a:bodyPr vert="horz" wrap="square" lIns="63500" tIns="63500" rIns="63500" bIns="63500" rtlCol="0" anchor="ctr"/>
          <a:p>
            <a:pPr algn="ctr"/>
          </a:p>
        </p:txBody>
      </p:sp>
      <p:pic>
        <p:nvPicPr>
          <p:cNvPr id="2097175" name="Picture 7"/>
          <p:cNvPicPr>
            <a:picLocks noChangeAspect="1"/>
          </p:cNvPicPr>
          <p:nvPr/>
        </p:nvPicPr>
        <p:blipFill>
          <a:blip r:embed="rId3"/>
          <a:stretch>
            <a:fillRect/>
          </a:stretch>
        </p:blipFill>
        <p:spPr>
          <a:xfrm>
            <a:off x="5525135" y="1841500"/>
            <a:ext cx="304800" cy="304800"/>
          </a:xfrm>
          <a:prstGeom prst="rect">
            <a:avLst/>
          </a:prstGeom>
        </p:spPr>
      </p:pic>
      <p:sp>
        <p:nvSpPr>
          <p:cNvPr id="1048720" name="AutoShape 8"/>
          <p:cNvSpPr/>
          <p:nvPr/>
        </p:nvSpPr>
        <p:spPr>
          <a:xfrm>
            <a:off x="5956300" y="1803400"/>
            <a:ext cx="2679700" cy="889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1" i="0" u="none" strike="noStrike">
                <a:solidFill>
                  <a:srgbClr val="4CAF50"/>
                </a:solidFill>
                <a:latin typeface="Noto Sans SC" panose="020B0200000000000000" charset="-122"/>
                <a:ea typeface="Noto Sans SC" panose="020B0200000000000000" charset="-122"/>
                <a:cs typeface="Noto Sans SC" panose="020B0200000000000000" charset="-122"/>
                <a:sym typeface="Noto Sans SC" panose="020B0200000000000000" charset="-122"/>
              </a:rPr>
              <a:t>01. Clone the Repo</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Copy the project from the course server to your local machine to start working.</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21" name="AutoShape 9"/>
          <p:cNvSpPr/>
          <p:nvPr/>
        </p:nvSpPr>
        <p:spPr>
          <a:xfrm>
            <a:off x="8699500" y="1724025"/>
            <a:ext cx="3048000" cy="1190625"/>
          </a:xfrm>
          <a:prstGeom prst="roundRect">
            <a:avLst>
              <a:gd name="adj" fmla="val 0"/>
            </a:avLst>
          </a:prstGeom>
          <a:solidFill>
            <a:srgbClr val="FFFFFF">
              <a:alpha val="60000"/>
            </a:srgbClr>
          </a:solidFill>
          <a:ln w="12700" cap="flat" cmpd="sng">
            <a:solidFill>
              <a:srgbClr val="4CAF50">
                <a:alpha val="20000"/>
              </a:srgbClr>
            </a:solidFill>
            <a:prstDash val="solid"/>
            <a:round/>
          </a:ln>
        </p:spPr>
        <p:txBody>
          <a:bodyPr vert="horz" wrap="square" lIns="63500" tIns="63500" rIns="63500" bIns="63500" rtlCol="0" anchor="ctr"/>
          <a:p>
            <a:pPr algn="ctr"/>
          </a:p>
        </p:txBody>
      </p:sp>
      <p:pic>
        <p:nvPicPr>
          <p:cNvPr id="2097176" name="Picture 10"/>
          <p:cNvPicPr>
            <a:picLocks noChangeAspect="1"/>
          </p:cNvPicPr>
          <p:nvPr/>
        </p:nvPicPr>
        <p:blipFill>
          <a:blip r:embed="rId4"/>
          <a:stretch>
            <a:fillRect/>
          </a:stretch>
        </p:blipFill>
        <p:spPr>
          <a:xfrm>
            <a:off x="8801100" y="1841500"/>
            <a:ext cx="304800" cy="304800"/>
          </a:xfrm>
          <a:prstGeom prst="rect">
            <a:avLst/>
          </a:prstGeom>
        </p:spPr>
      </p:pic>
      <p:sp>
        <p:nvSpPr>
          <p:cNvPr id="1048722" name="AutoShape 11"/>
          <p:cNvSpPr/>
          <p:nvPr/>
        </p:nvSpPr>
        <p:spPr>
          <a:xfrm>
            <a:off x="9207500" y="1727200"/>
            <a:ext cx="2603500" cy="9652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1" i="0" u="none" strike="noStrike">
                <a:solidFill>
                  <a:srgbClr val="4CAF50"/>
                </a:solidFill>
                <a:latin typeface="Noto Sans SC" panose="020B0200000000000000" charset="-122"/>
                <a:ea typeface="Noto Sans SC" panose="020B0200000000000000" charset="-122"/>
                <a:cs typeface="Noto Sans SC" panose="020B0200000000000000" charset="-122"/>
                <a:sym typeface="Noto Sans SC" panose="020B0200000000000000" charset="-122"/>
              </a:rPr>
              <a:t>02. Create a Branch</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Create a new branch (e.g., "hw-1") to isolate your assignment work.</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23" name="AutoShape 12"/>
          <p:cNvSpPr/>
          <p:nvPr/>
        </p:nvSpPr>
        <p:spPr>
          <a:xfrm>
            <a:off x="5461000" y="3048000"/>
            <a:ext cx="3111500" cy="1105535"/>
          </a:xfrm>
          <a:prstGeom prst="roundRect">
            <a:avLst>
              <a:gd name="adj" fmla="val 0"/>
            </a:avLst>
          </a:prstGeom>
          <a:solidFill>
            <a:srgbClr val="FFFFFF">
              <a:alpha val="60000"/>
            </a:srgbClr>
          </a:solidFill>
          <a:ln w="12700" cap="flat" cmpd="sng">
            <a:solidFill>
              <a:srgbClr val="4CAF50">
                <a:alpha val="20000"/>
              </a:srgbClr>
            </a:solidFill>
            <a:prstDash val="solid"/>
            <a:round/>
          </a:ln>
        </p:spPr>
        <p:txBody>
          <a:bodyPr vert="horz" wrap="square" lIns="63500" tIns="63500" rIns="63500" bIns="63500" rtlCol="0" anchor="ctr"/>
          <a:p>
            <a:pPr algn="ctr"/>
          </a:p>
        </p:txBody>
      </p:sp>
      <p:pic>
        <p:nvPicPr>
          <p:cNvPr id="2097177" name="Picture 13"/>
          <p:cNvPicPr>
            <a:picLocks noChangeAspect="1"/>
          </p:cNvPicPr>
          <p:nvPr/>
        </p:nvPicPr>
        <p:blipFill>
          <a:blip r:embed="rId5"/>
          <a:stretch>
            <a:fillRect/>
          </a:stretch>
        </p:blipFill>
        <p:spPr>
          <a:xfrm>
            <a:off x="5525135" y="3238500"/>
            <a:ext cx="304800" cy="304800"/>
          </a:xfrm>
          <a:prstGeom prst="rect">
            <a:avLst/>
          </a:prstGeom>
        </p:spPr>
      </p:pic>
      <p:sp>
        <p:nvSpPr>
          <p:cNvPr id="1048724" name="AutoShape 14"/>
          <p:cNvSpPr/>
          <p:nvPr/>
        </p:nvSpPr>
        <p:spPr>
          <a:xfrm>
            <a:off x="5873750" y="3012440"/>
            <a:ext cx="2603500" cy="113982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1" i="0" u="none" strike="noStrike">
                <a:solidFill>
                  <a:srgbClr val="4CAF50"/>
                </a:solidFill>
                <a:latin typeface="Noto Sans SC" panose="020B0200000000000000" charset="-122"/>
                <a:ea typeface="Noto Sans SC" panose="020B0200000000000000" charset="-122"/>
                <a:cs typeface="Noto Sans SC" panose="020B0200000000000000" charset="-122"/>
                <a:sym typeface="Noto Sans SC" panose="020B0200000000000000" charset="-122"/>
              </a:rPr>
              <a:t>03. Commit Changes</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Save your work frequently with clear, descriptive commit messages.</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25" name="AutoShape 15"/>
          <p:cNvSpPr/>
          <p:nvPr/>
        </p:nvSpPr>
        <p:spPr>
          <a:xfrm>
            <a:off x="8699500" y="3048000"/>
            <a:ext cx="3111500" cy="1104265"/>
          </a:xfrm>
          <a:prstGeom prst="roundRect">
            <a:avLst>
              <a:gd name="adj" fmla="val 0"/>
            </a:avLst>
          </a:prstGeom>
          <a:solidFill>
            <a:srgbClr val="FFFFFF">
              <a:alpha val="60000"/>
            </a:srgbClr>
          </a:solidFill>
          <a:ln w="12700" cap="flat" cmpd="sng">
            <a:solidFill>
              <a:srgbClr val="4CAF50">
                <a:alpha val="20000"/>
              </a:srgbClr>
            </a:solidFill>
            <a:prstDash val="solid"/>
            <a:round/>
          </a:ln>
        </p:spPr>
        <p:txBody>
          <a:bodyPr vert="horz" wrap="square" lIns="63500" tIns="63500" rIns="63500" bIns="63500" rtlCol="0" anchor="ctr"/>
          <a:p>
            <a:pPr algn="ctr"/>
          </a:p>
        </p:txBody>
      </p:sp>
      <p:pic>
        <p:nvPicPr>
          <p:cNvPr id="2097178" name="Picture 16"/>
          <p:cNvPicPr>
            <a:picLocks noChangeAspect="1"/>
          </p:cNvPicPr>
          <p:nvPr/>
        </p:nvPicPr>
        <p:blipFill>
          <a:blip r:embed="rId6"/>
          <a:stretch>
            <a:fillRect/>
          </a:stretch>
        </p:blipFill>
        <p:spPr>
          <a:xfrm>
            <a:off x="8794750" y="3219450"/>
            <a:ext cx="304800" cy="304800"/>
          </a:xfrm>
          <a:prstGeom prst="rect">
            <a:avLst/>
          </a:prstGeom>
        </p:spPr>
      </p:pic>
      <p:sp>
        <p:nvSpPr>
          <p:cNvPr id="1048726" name="AutoShape 17"/>
          <p:cNvSpPr/>
          <p:nvPr/>
        </p:nvSpPr>
        <p:spPr>
          <a:xfrm>
            <a:off x="9144000" y="2976880"/>
            <a:ext cx="2603500" cy="117538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1" i="0" u="none" strike="noStrike">
                <a:solidFill>
                  <a:srgbClr val="4CAF50"/>
                </a:solidFill>
                <a:latin typeface="Noto Sans SC" panose="020B0200000000000000" charset="-122"/>
                <a:ea typeface="Noto Sans SC" panose="020B0200000000000000" charset="-122"/>
                <a:cs typeface="Noto Sans SC" panose="020B0200000000000000" charset="-122"/>
                <a:sym typeface="Noto Sans SC" panose="020B0200000000000000" charset="-122"/>
              </a:rPr>
              <a:t>04. Push to Remote</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Upload your branch to the server to submit your completed assignment.</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27" name="AutoShape 18"/>
          <p:cNvSpPr/>
          <p:nvPr/>
        </p:nvSpPr>
        <p:spPr>
          <a:xfrm>
            <a:off x="5461000" y="4318000"/>
            <a:ext cx="6350000" cy="901065"/>
          </a:xfrm>
          <a:prstGeom prst="roundRect">
            <a:avLst>
              <a:gd name="adj" fmla="val 0"/>
            </a:avLst>
          </a:prstGeom>
          <a:solidFill>
            <a:srgbClr val="4CAF50">
              <a:alpha val="8000"/>
            </a:srgbClr>
          </a:solidFill>
          <a:ln w="12700" cap="flat" cmpd="sng">
            <a:solidFill>
              <a:srgbClr val="4CAF50">
                <a:alpha val="30000"/>
              </a:srgbClr>
            </a:solidFill>
            <a:prstDash val="solid"/>
            <a:round/>
          </a:ln>
        </p:spPr>
        <p:txBody>
          <a:bodyPr vert="horz" wrap="square" lIns="63500" tIns="63500" rIns="63500" bIns="63500" rtlCol="0" anchor="ctr"/>
          <a:p>
            <a:pPr algn="ctr"/>
          </a:p>
        </p:txBody>
      </p:sp>
      <p:pic>
        <p:nvPicPr>
          <p:cNvPr id="2097179" name="Picture 19"/>
          <p:cNvPicPr>
            <a:picLocks noChangeAspect="1"/>
          </p:cNvPicPr>
          <p:nvPr/>
        </p:nvPicPr>
        <p:blipFill>
          <a:blip r:embed="rId7"/>
          <a:stretch>
            <a:fillRect/>
          </a:stretch>
        </p:blipFill>
        <p:spPr>
          <a:xfrm>
            <a:off x="5651500" y="4635500"/>
            <a:ext cx="304800" cy="304800"/>
          </a:xfrm>
          <a:prstGeom prst="rect">
            <a:avLst/>
          </a:prstGeom>
        </p:spPr>
      </p:pic>
      <p:sp>
        <p:nvSpPr>
          <p:cNvPr id="1048728" name="AutoShape 20"/>
          <p:cNvSpPr/>
          <p:nvPr/>
        </p:nvSpPr>
        <p:spPr>
          <a:xfrm>
            <a:off x="6032500" y="4243705"/>
            <a:ext cx="5715000" cy="105156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600" b="1" i="0" u="none" strike="noStrike">
                <a:solidFill>
                  <a:srgbClr val="4CAF50"/>
                </a:solidFill>
                <a:latin typeface="Noto Sans SC" panose="020B0200000000000000" charset="-122"/>
                <a:ea typeface="Noto Sans SC" panose="020B0200000000000000" charset="-122"/>
                <a:cs typeface="Noto Sans SC" panose="020B0200000000000000" charset="-122"/>
                <a:sym typeface="Noto Sans SC" panose="020B0200000000000000" charset="-122"/>
              </a:rPr>
              <a:t>05. Pull Request (Team Projects)</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Propose merging your branch into the main project for code review and integration with your team's work.</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29" name="AutoShape 21"/>
          <p:cNvSpPr/>
          <p:nvPr/>
        </p:nvSpPr>
        <p:spPr>
          <a:xfrm>
            <a:off x="762000" y="5386705"/>
            <a:ext cx="10668000" cy="1307465"/>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p>
            <a:pPr algn="ctr"/>
          </a:p>
        </p:txBody>
      </p:sp>
      <p:sp>
        <p:nvSpPr>
          <p:cNvPr id="1048730" name="AutoShape 22"/>
          <p:cNvSpPr/>
          <p:nvPr/>
        </p:nvSpPr>
        <p:spPr>
          <a:xfrm>
            <a:off x="952500" y="5494655"/>
            <a:ext cx="10414000" cy="100838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0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한국어 요약: </a:t>
            </a:r>
            <a:r>
              <a:rPr lang="en-US" sz="20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과제 서버에서 저장소를 클론하고, 'assignment-1'과 같은 새 브랜치를 생성합니다. 작업 내용을 자주 커밋하고 완료되면 원격 서버로 푸시합니다. 팀 프로젝트의 경우, Pull Request를 통해 브랜치를 메인 브랜치에 병합 요청하세요.</a:t>
            </a:r>
            <a:endParaRPr lang="en-US" sz="20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44" name=""/>
        <p:cNvGrpSpPr/>
        <p:nvPr/>
      </p:nvGrpSpPr>
      <p:grpSpPr>
        <a:xfrm>
          <a:off x="0" y="0"/>
          <a:ext cx="0" cy="0"/>
          <a:chOff x="0" y="0"/>
          <a:chExt cx="0" cy="0"/>
        </a:xfrm>
      </p:grpSpPr>
      <p:sp>
        <p:nvSpPr>
          <p:cNvPr id="1048737"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738"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Pros and Cons</a:t>
            </a:r>
            <a:endParaRPr lang="en-US" sz="4400"/>
          </a:p>
        </p:txBody>
      </p:sp>
      <p:sp>
        <p:nvSpPr>
          <p:cNvPr id="1048739" name="AutoShape 4"/>
          <p:cNvSpPr/>
          <p:nvPr>
            <p:custDataLst>
              <p:tags r:id="rId2"/>
            </p:custDataLst>
          </p:nvPr>
        </p:nvSpPr>
        <p:spPr>
          <a:xfrm>
            <a:off x="762000" y="1580515"/>
            <a:ext cx="5207000" cy="3373120"/>
          </a:xfrm>
          <a:prstGeom prst="roundRect">
            <a:avLst>
              <a:gd name="adj" fmla="val 0"/>
            </a:avLst>
          </a:prstGeom>
          <a:solidFill>
            <a:srgbClr val="4CAF50">
              <a:alpha val="8000"/>
            </a:srgbClr>
          </a:solidFill>
          <a:ln w="12700" cap="flat" cmpd="sng">
            <a:solidFill>
              <a:srgbClr val="4CAF50">
                <a:alpha val="30000"/>
              </a:srgbClr>
            </a:solidFill>
            <a:prstDash val="solid"/>
            <a:round/>
          </a:ln>
        </p:spPr>
        <p:txBody>
          <a:bodyPr vert="horz" wrap="square" lIns="63500" tIns="63500" rIns="63500" bIns="63500" rtlCol="0" anchor="ctr"/>
          <a:p>
            <a:pPr algn="ctr"/>
          </a:p>
        </p:txBody>
      </p:sp>
      <p:pic>
        <p:nvPicPr>
          <p:cNvPr id="2097180" name="Picture 5"/>
          <p:cNvPicPr>
            <a:picLocks noChangeAspect="1"/>
          </p:cNvPicPr>
          <p:nvPr>
            <p:custDataLst>
              <p:tags r:id="rId3"/>
            </p:custDataLst>
          </p:nvPr>
        </p:nvPicPr>
        <p:blipFill>
          <a:blip r:embed="rId4"/>
          <a:stretch>
            <a:fillRect/>
          </a:stretch>
        </p:blipFill>
        <p:spPr>
          <a:xfrm>
            <a:off x="1016000" y="1753870"/>
            <a:ext cx="304800" cy="304800"/>
          </a:xfrm>
          <a:prstGeom prst="rect">
            <a:avLst/>
          </a:prstGeom>
        </p:spPr>
      </p:pic>
      <p:sp>
        <p:nvSpPr>
          <p:cNvPr id="1048740" name="AutoShape 6"/>
          <p:cNvSpPr/>
          <p:nvPr>
            <p:custDataLst>
              <p:tags r:id="rId5"/>
            </p:custDataLst>
          </p:nvPr>
        </p:nvSpPr>
        <p:spPr>
          <a:xfrm>
            <a:off x="1397000" y="1677670"/>
            <a:ext cx="4318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800" b="1" i="0" u="none" strike="noStrike">
                <a:solidFill>
                  <a:srgbClr val="4CAF50"/>
                </a:solidFill>
                <a:latin typeface="Poppins"/>
                <a:ea typeface="Poppins"/>
                <a:cs typeface="Poppins"/>
                <a:sym typeface="Poppins"/>
              </a:rPr>
              <a:t>Pros (장점)</a:t>
            </a:r>
            <a:endParaRPr lang="en-US" sz="2800" b="1" i="0" u="none" strike="noStrike">
              <a:solidFill>
                <a:srgbClr val="4CAF50"/>
              </a:solidFill>
              <a:latin typeface="Poppins"/>
              <a:ea typeface="Poppins"/>
              <a:cs typeface="Poppins"/>
              <a:sym typeface="Poppins"/>
            </a:endParaRPr>
          </a:p>
        </p:txBody>
      </p:sp>
      <p:sp>
        <p:nvSpPr>
          <p:cNvPr id="1048741" name="AutoShape 7"/>
          <p:cNvSpPr/>
          <p:nvPr/>
        </p:nvSpPr>
        <p:spPr>
          <a:xfrm>
            <a:off x="1016000" y="2222500"/>
            <a:ext cx="4699000" cy="2564130"/>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Visual Interface:</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Provides an intuitive, graphical overview of Git history, branches, and merges.</a:t>
            </a:r>
            <a:endParaRPr lang="en-US" sz="1200"/>
          </a:p>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Beginner-friendly:</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Significantly lowers the learning curve for new Git users.</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Free &amp; Integrated:</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100% free to use, with seamless integration with Atlassian tools like Bitbucket and Jira.</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ko-KR" alt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직관적인 시각 인터페이스로 초보자 학습이 쉽고, 무료이며 </a:t>
            </a:r>
            <a:r>
              <a:rPr lang="en-US" altLang="zh-CN"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Bitbucket·Jira</a:t>
            </a:r>
            <a:r>
              <a:rPr lang="ko-KR" alt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와 원활하게 연동된다.</a:t>
            </a:r>
            <a:endParaRPr lang="ko-KR" alt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42" name="AutoShape 8"/>
          <p:cNvSpPr/>
          <p:nvPr>
            <p:custDataLst>
              <p:tags r:id="rId6"/>
            </p:custDataLst>
          </p:nvPr>
        </p:nvSpPr>
        <p:spPr>
          <a:xfrm>
            <a:off x="6223000" y="1573530"/>
            <a:ext cx="5207000" cy="3380105"/>
          </a:xfrm>
          <a:prstGeom prst="roundRect">
            <a:avLst>
              <a:gd name="adj" fmla="val 0"/>
            </a:avLst>
          </a:prstGeom>
          <a:solidFill>
            <a:srgbClr val="F57C00">
              <a:alpha val="8000"/>
            </a:srgbClr>
          </a:solidFill>
          <a:ln w="12700" cap="flat" cmpd="sng">
            <a:solidFill>
              <a:srgbClr val="F57C00">
                <a:alpha val="30000"/>
              </a:srgbClr>
            </a:solidFill>
            <a:prstDash val="solid"/>
            <a:round/>
          </a:ln>
        </p:spPr>
        <p:txBody>
          <a:bodyPr vert="horz" wrap="square" lIns="63500" tIns="63500" rIns="63500" bIns="63500" rtlCol="0" anchor="ctr"/>
          <a:p>
            <a:pPr algn="ctr"/>
          </a:p>
        </p:txBody>
      </p:sp>
      <p:pic>
        <p:nvPicPr>
          <p:cNvPr id="2097181" name="Picture 9"/>
          <p:cNvPicPr>
            <a:picLocks noChangeAspect="1"/>
          </p:cNvPicPr>
          <p:nvPr>
            <p:custDataLst>
              <p:tags r:id="rId7"/>
            </p:custDataLst>
          </p:nvPr>
        </p:nvPicPr>
        <p:blipFill>
          <a:blip r:embed="rId8"/>
          <a:stretch>
            <a:fillRect/>
          </a:stretch>
        </p:blipFill>
        <p:spPr>
          <a:xfrm>
            <a:off x="6477000" y="1753870"/>
            <a:ext cx="304800" cy="304800"/>
          </a:xfrm>
          <a:prstGeom prst="rect">
            <a:avLst/>
          </a:prstGeom>
        </p:spPr>
      </p:pic>
      <p:sp>
        <p:nvSpPr>
          <p:cNvPr id="1048743" name="AutoShape 10"/>
          <p:cNvSpPr/>
          <p:nvPr>
            <p:custDataLst>
              <p:tags r:id="rId9"/>
            </p:custDataLst>
          </p:nvPr>
        </p:nvSpPr>
        <p:spPr>
          <a:xfrm>
            <a:off x="6904355" y="1580515"/>
            <a:ext cx="4318000" cy="47815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2800" b="1" i="0" u="none" strike="noStrike">
                <a:solidFill>
                  <a:srgbClr val="F57C00"/>
                </a:solidFill>
                <a:latin typeface="Poppins"/>
                <a:ea typeface="Poppins"/>
                <a:cs typeface="Poppins"/>
                <a:sym typeface="Poppins"/>
              </a:rPr>
              <a:t>Cons (단점)</a:t>
            </a:r>
            <a:endParaRPr lang="en-US" sz="2800" b="1" i="0" u="none" strike="noStrike">
              <a:solidFill>
                <a:srgbClr val="F57C00"/>
              </a:solidFill>
              <a:latin typeface="Poppins"/>
              <a:ea typeface="Poppins"/>
              <a:cs typeface="Poppins"/>
              <a:sym typeface="Poppins"/>
            </a:endParaRPr>
          </a:p>
        </p:txBody>
      </p:sp>
      <p:sp>
        <p:nvSpPr>
          <p:cNvPr id="1048744" name="AutoShape 11"/>
          <p:cNvSpPr/>
          <p:nvPr/>
        </p:nvSpPr>
        <p:spPr>
          <a:xfrm>
            <a:off x="6477000" y="2129155"/>
            <a:ext cx="4699000" cy="2657475"/>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Performance:</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It may become slow for very‑large code projects </a:t>
            </a:r>
            <a:r>
              <a:rPr lang="en-US" sz="16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or complex commit</a:t>
            </a:r>
            <a:endParaRPr lang="en-US" altLang="zh-CN"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Limited Compatibility:</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It has limited support for Linux system, and uses more computer resources.</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Account Requirement:</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functionality (e.g., remote repo management) requires a free Atlassian account.</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ko-KR" alt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대형 프로젝트에서 성능이 저하되고 리눅스 지원이 제한적이며, 전체 기능 사용에 애틀라시안 계정이 요구된다.</a:t>
            </a:r>
            <a:endParaRPr lang="ko-KR" alt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45" name="AutoShape 12"/>
          <p:cNvSpPr/>
          <p:nvPr>
            <p:custDataLst>
              <p:tags r:id="rId10"/>
            </p:custDataLst>
          </p:nvPr>
        </p:nvSpPr>
        <p:spPr>
          <a:xfrm>
            <a:off x="676275" y="5207000"/>
            <a:ext cx="10668000" cy="1397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p>
            <a:pPr algn="ctr"/>
          </a:p>
        </p:txBody>
      </p:sp>
      <p:pic>
        <p:nvPicPr>
          <p:cNvPr id="2097182" name="Picture 13"/>
          <p:cNvPicPr>
            <a:picLocks noChangeAspect="1"/>
          </p:cNvPicPr>
          <p:nvPr>
            <p:custDataLst>
              <p:tags r:id="rId11"/>
            </p:custDataLst>
          </p:nvPr>
        </p:nvPicPr>
        <p:blipFill>
          <a:blip r:embed="rId12"/>
          <a:srcRect/>
          <a:stretch>
            <a:fillRect/>
          </a:stretch>
        </p:blipFill>
        <p:spPr>
          <a:xfrm>
            <a:off x="1397000" y="5397500"/>
            <a:ext cx="1016000" cy="1016000"/>
          </a:xfrm>
          <a:prstGeom prst="rect">
            <a:avLst/>
          </a:prstGeom>
          <a:noFill/>
          <a:ln w="25400" cap="flat" cmpd="sng">
            <a:noFill/>
            <a:prstDash val="solid"/>
            <a:round/>
          </a:ln>
        </p:spPr>
      </p:pic>
      <p:pic>
        <p:nvPicPr>
          <p:cNvPr id="2097183" name="Picture 14"/>
          <p:cNvPicPr>
            <a:picLocks noChangeAspect="1"/>
          </p:cNvPicPr>
          <p:nvPr>
            <p:custDataLst>
              <p:tags r:id="rId13"/>
            </p:custDataLst>
          </p:nvPr>
        </p:nvPicPr>
        <p:blipFill>
          <a:blip r:embed="rId14"/>
          <a:srcRect l="2826" r="2826"/>
          <a:stretch>
            <a:fillRect/>
          </a:stretch>
        </p:blipFill>
        <p:spPr>
          <a:xfrm>
            <a:off x="3509645" y="5461000"/>
            <a:ext cx="1778000" cy="762000"/>
          </a:xfrm>
          <a:prstGeom prst="rect">
            <a:avLst/>
          </a:prstGeom>
          <a:noFill/>
          <a:ln w="25400" cap="flat" cmpd="sng">
            <a:noFill/>
            <a:prstDash val="solid"/>
            <a:round/>
          </a:ln>
        </p:spPr>
      </p:pic>
      <p:pic>
        <p:nvPicPr>
          <p:cNvPr id="2097184" name="Picture 15"/>
          <p:cNvPicPr>
            <a:picLocks noChangeAspect="1"/>
          </p:cNvPicPr>
          <p:nvPr>
            <p:custDataLst>
              <p:tags r:id="rId15"/>
            </p:custDataLst>
          </p:nvPr>
        </p:nvPicPr>
        <p:blipFill>
          <a:blip r:embed="rId16"/>
          <a:srcRect t="2094" b="2094"/>
          <a:stretch>
            <a:fillRect/>
          </a:stretch>
        </p:blipFill>
        <p:spPr>
          <a:xfrm>
            <a:off x="6223000" y="5397500"/>
            <a:ext cx="1651000" cy="889000"/>
          </a:xfrm>
          <a:prstGeom prst="rect">
            <a:avLst/>
          </a:prstGeom>
          <a:noFill/>
          <a:ln w="25400" cap="flat" cmpd="sng">
            <a:noFill/>
            <a:prstDash val="solid"/>
            <a:round/>
          </a:ln>
        </p:spPr>
      </p:pic>
      <p:pic>
        <p:nvPicPr>
          <p:cNvPr id="2097185" name="Picture 16"/>
          <p:cNvPicPr>
            <a:picLocks noChangeAspect="1"/>
          </p:cNvPicPr>
          <p:nvPr>
            <p:custDataLst>
              <p:tags r:id="rId17"/>
            </p:custDataLst>
          </p:nvPr>
        </p:nvPicPr>
        <p:blipFill>
          <a:blip r:embed="rId18"/>
          <a:srcRect/>
          <a:stretch>
            <a:fillRect/>
          </a:stretch>
        </p:blipFill>
        <p:spPr>
          <a:xfrm>
            <a:off x="8890000" y="5397500"/>
            <a:ext cx="1016000" cy="1016000"/>
          </a:xfrm>
          <a:prstGeom prst="rect">
            <a:avLst/>
          </a:prstGeom>
          <a:noFill/>
          <a:ln w="25400" cap="flat" cmpd="sng">
            <a:noFill/>
            <a:prstDash val="solid"/>
            <a:round/>
          </a:ln>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44" name=""/>
        <p:cNvGrpSpPr/>
        <p:nvPr/>
      </p:nvGrpSpPr>
      <p:grpSpPr>
        <a:xfrm>
          <a:off x="0" y="0"/>
          <a:ext cx="0" cy="0"/>
          <a:chOff x="0" y="0"/>
          <a:chExt cx="0" cy="0"/>
        </a:xfrm>
      </p:grpSpPr>
      <p:sp>
        <p:nvSpPr>
          <p:cNvPr id="1048737"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p>
            <a:pPr algn="ctr"/>
          </a:p>
        </p:txBody>
      </p:sp>
      <p:sp>
        <p:nvSpPr>
          <p:cNvPr id="1048738" name="AutoShape 3"/>
          <p:cNvSpPr/>
          <p:nvPr/>
        </p:nvSpPr>
        <p:spPr>
          <a:xfrm>
            <a:off x="762000" y="278765"/>
            <a:ext cx="10668000" cy="991235"/>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400" b="1" i="0" u="none" strike="noStrike">
                <a:solidFill>
                  <a:srgbClr val="333333"/>
                </a:solidFill>
                <a:latin typeface="Poppins"/>
                <a:ea typeface="Poppins"/>
                <a:cs typeface="Poppins"/>
                <a:sym typeface="Poppins"/>
              </a:rPr>
              <a:t>SUMMARY </a:t>
            </a:r>
            <a:r>
              <a:rPr lang="ko-KR" altLang="en-US" sz="4400" b="1" i="0" u="none" strike="noStrike">
                <a:solidFill>
                  <a:srgbClr val="333333"/>
                </a:solidFill>
                <a:latin typeface="Poppins"/>
                <a:ea typeface="Poppins"/>
                <a:cs typeface="Poppins"/>
                <a:sym typeface="Poppins"/>
              </a:rPr>
              <a:t>요약</a:t>
            </a:r>
            <a:endParaRPr lang="ko-KR" altLang="en-US" sz="4400" b="1" i="0" u="none" strike="noStrike">
              <a:solidFill>
                <a:srgbClr val="333333"/>
              </a:solidFill>
              <a:latin typeface="Poppins"/>
              <a:ea typeface="Poppins"/>
              <a:cs typeface="Poppins"/>
              <a:sym typeface="Poppins"/>
            </a:endParaRPr>
          </a:p>
        </p:txBody>
      </p:sp>
      <p:sp>
        <p:nvSpPr>
          <p:cNvPr id="1048739" name="AutoShape 4"/>
          <p:cNvSpPr/>
          <p:nvPr>
            <p:custDataLst>
              <p:tags r:id="rId2"/>
            </p:custDataLst>
          </p:nvPr>
        </p:nvSpPr>
        <p:spPr>
          <a:xfrm>
            <a:off x="340360" y="0"/>
            <a:ext cx="11437620" cy="6599555"/>
          </a:xfrm>
          <a:prstGeom prst="roundRect">
            <a:avLst>
              <a:gd name="adj" fmla="val 0"/>
            </a:avLst>
          </a:prstGeom>
          <a:solidFill>
            <a:srgbClr val="4CAF50">
              <a:alpha val="8000"/>
            </a:srgbClr>
          </a:solidFill>
          <a:ln w="12700" cap="flat" cmpd="sng">
            <a:gradFill>
              <a:gsLst>
                <a:gs pos="0">
                  <a:srgbClr val="CFF9AE"/>
                </a:gs>
                <a:gs pos="90000">
                  <a:srgbClr val="49E7CE"/>
                </a:gs>
              </a:gsLst>
              <a:path path="circle">
                <a:fillToRect l="100000" t="100000"/>
              </a:path>
              <a:tileRect r="-100000" b="-100000"/>
            </a:gradFill>
            <a:prstDash val="solid"/>
            <a:round/>
          </a:ln>
          <a:effectLst>
            <a:softEdge rad="317500"/>
          </a:effectLst>
        </p:spPr>
        <p:txBody>
          <a:bodyPr vert="horz" wrap="square" lIns="63500" tIns="63500" rIns="63500" bIns="63500" rtlCol="0" anchor="ctr"/>
          <a:p>
            <a:pPr algn="ctr"/>
          </a:p>
        </p:txBody>
      </p:sp>
      <p:sp>
        <p:nvSpPr>
          <p:cNvPr id="1048740" name="AutoShape 6"/>
          <p:cNvSpPr/>
          <p:nvPr>
            <p:custDataLst>
              <p:tags r:id="rId3"/>
            </p:custDataLst>
          </p:nvPr>
        </p:nvSpPr>
        <p:spPr>
          <a:xfrm>
            <a:off x="811530" y="6320155"/>
            <a:ext cx="4318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endParaRPr lang="en-US" sz="2800" b="1" i="0" u="none" strike="noStrike">
              <a:solidFill>
                <a:srgbClr val="4CAF50"/>
              </a:solidFill>
              <a:latin typeface="Poppins"/>
              <a:ea typeface="Poppins"/>
              <a:cs typeface="Poppins"/>
              <a:sym typeface="Poppins"/>
            </a:endParaRPr>
          </a:p>
        </p:txBody>
      </p:sp>
      <p:sp>
        <p:nvSpPr>
          <p:cNvPr id="1048741" name="AutoShape 7"/>
          <p:cNvSpPr/>
          <p:nvPr/>
        </p:nvSpPr>
        <p:spPr>
          <a:xfrm>
            <a:off x="2023110" y="1290955"/>
            <a:ext cx="7860665" cy="4753610"/>
          </a:xfrm>
          <a:prstGeom prst="rect">
            <a:avLst/>
          </a:prstGeom>
          <a:noFill/>
          <a:ln w="12700" cap="flat" cmpd="sng">
            <a:noFill/>
            <a:prstDash val="solid"/>
            <a:round/>
          </a:ln>
        </p:spPr>
        <p:txBody>
          <a:bodyPr vert="horz" wrap="square" lIns="0" tIns="0" rIns="0" bIns="0" rtlCol="0" anchor="ctr" anchorCtr="0"/>
          <a:p>
            <a:pPr marL="0" indent="0" algn="l">
              <a:lnSpc>
                <a:spcPct val="117000"/>
              </a:lnSpc>
            </a:pP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 Sourcetree is a free Git  GUI </a:t>
            </a:r>
            <a:endPar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Sourcetree</a:t>
            </a:r>
            <a:r>
              <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는 무료 </a:t>
            </a: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Git GUI </a:t>
            </a:r>
            <a:r>
              <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툴입니다</a:t>
            </a:r>
            <a:endPar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 No complex command lines, visual‑based operation</a:t>
            </a: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ko-KR"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복잡한 명령어 없이 시각적으로 조작</a:t>
            </a:r>
            <a:endPar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 Key operations: Clone, Commit, Push, Pull, Branch</a:t>
            </a: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ko-KR"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주요 기능：</a:t>
            </a: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Clone, Commit, Push, Pull, Branch</a:t>
            </a: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4. Great for beginners for web‑coding homework</a:t>
            </a: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ko-KR"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웹 코딩 과제를 하는 초보자에게 적합</a:t>
            </a:r>
            <a:endPar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5. Has limits on large projects and Linux support</a:t>
            </a:r>
            <a:endPar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ko-KR"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ko-KR"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대형 프로젝트, 리눅스 환경에서 제약 존재</a:t>
            </a:r>
            <a:endPar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8744" name="AutoShape 11"/>
          <p:cNvSpPr/>
          <p:nvPr/>
        </p:nvSpPr>
        <p:spPr>
          <a:xfrm>
            <a:off x="6477000" y="2413000"/>
            <a:ext cx="4699000" cy="1966595"/>
          </a:xfrm>
          <a:prstGeom prst="rect">
            <a:avLst/>
          </a:prstGeom>
          <a:noFill/>
          <a:ln w="12700" cap="flat" cmpd="sng">
            <a:noFill/>
            <a:prstDash val="solid"/>
            <a:round/>
          </a:ln>
        </p:spPr>
        <p:txBody>
          <a:bodyPr vert="horz" wrap="square" lIns="0" tIns="0" rIns="0" bIns="0" rtlCol="0" anchor="ctr" anchorCtr="0"/>
          <a:p>
            <a:pPr marL="0" indent="0" algn="l">
              <a:lnSpc>
                <a:spcPct val="117000"/>
              </a:lnSpc>
            </a:pP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47" name=""/>
        <p:cNvGrpSpPr/>
        <p:nvPr/>
      </p:nvGrpSpPr>
      <p:grpSpPr>
        <a:xfrm>
          <a:off x="0" y="0"/>
          <a:ext cx="0" cy="0"/>
          <a:chOff x="0" y="0"/>
          <a:chExt cx="0" cy="0"/>
        </a:xfrm>
      </p:grpSpPr>
      <p:sp>
        <p:nvSpPr>
          <p:cNvPr id="104875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p>
            <a:pPr algn="ctr"/>
          </a:p>
        </p:txBody>
      </p:sp>
      <p:sp>
        <p:nvSpPr>
          <p:cNvPr id="1048753" name="AutoShape 3"/>
          <p:cNvSpPr/>
          <p:nvPr/>
        </p:nvSpPr>
        <p:spPr>
          <a:xfrm>
            <a:off x="971550" y="1221105"/>
            <a:ext cx="10160000" cy="11430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4800" b="1" i="0" u="none" strike="noStrike">
                <a:solidFill>
                  <a:srgbClr val="333333"/>
                </a:solidFill>
                <a:latin typeface="Poppins"/>
                <a:ea typeface="Poppins"/>
                <a:cs typeface="Poppins"/>
                <a:sym typeface="Poppins"/>
              </a:rPr>
              <a:t>Thank You For Listening!</a:t>
            </a:r>
            <a:endParaRPr lang="en-US" sz="1100"/>
          </a:p>
        </p:txBody>
      </p:sp>
      <p:sp>
        <p:nvSpPr>
          <p:cNvPr id="1048754" name="AutoShape 4"/>
          <p:cNvSpPr/>
          <p:nvPr/>
        </p:nvSpPr>
        <p:spPr>
          <a:xfrm>
            <a:off x="1016000" y="4000500"/>
            <a:ext cx="10160000" cy="635000"/>
          </a:xfrm>
          <a:prstGeom prst="rect">
            <a:avLst/>
          </a:prstGeom>
          <a:noFill/>
          <a:ln w="12700" cap="flat" cmpd="sng">
            <a:noFill/>
            <a:prstDash val="solid"/>
            <a:round/>
          </a:ln>
        </p:spPr>
        <p:txBody>
          <a:bodyPr vert="horz" wrap="square" lIns="0" tIns="0" rIns="0" bIns="0" rtlCol="0" anchor="ctr" anchorCtr="0"/>
          <a:p>
            <a:pPr algn="l"/>
          </a:p>
        </p:txBody>
      </p:sp>
      <p:sp>
        <p:nvSpPr>
          <p:cNvPr id="1048755" name="AutoShape 5"/>
          <p:cNvSpPr/>
          <p:nvPr/>
        </p:nvSpPr>
        <p:spPr>
          <a:xfrm>
            <a:off x="1016000" y="4699000"/>
            <a:ext cx="10160000" cy="508000"/>
          </a:xfrm>
          <a:prstGeom prst="rect">
            <a:avLst/>
          </a:prstGeom>
          <a:noFill/>
          <a:ln w="12700" cap="flat" cmpd="sng">
            <a:noFill/>
            <a:prstDash val="solid"/>
            <a:round/>
          </a:ln>
        </p:spPr>
        <p:txBody>
          <a:bodyPr vert="horz" wrap="square" lIns="0" tIns="0" rIns="0" bIns="0" rtlCol="0" anchor="ctr" anchorCtr="0"/>
          <a:p>
            <a:pPr algn="l"/>
          </a:p>
        </p:txBody>
      </p:sp>
      <p:cxnSp>
        <p:nvCxnSpPr>
          <p:cNvPr id="3145731" name="Connector 6"/>
          <p:cNvCxnSpPr/>
          <p:nvPr/>
        </p:nvCxnSpPr>
        <p:spPr>
          <a:xfrm rot="-4297">
            <a:off x="1016004" y="5391150"/>
            <a:ext cx="10160000" cy="12700"/>
          </a:xfrm>
          <a:prstGeom prst="straightConnector1">
            <a:avLst/>
          </a:prstGeom>
          <a:solidFill>
            <a:srgbClr val="DEE0E3">
              <a:alpha val="100000"/>
            </a:srgbClr>
          </a:solidFill>
          <a:ln w="12700" cap="flat" cmpd="sng">
            <a:solidFill>
              <a:srgbClr val="4CAF50">
                <a:alpha val="30000"/>
              </a:srgbClr>
            </a:solidFill>
            <a:prstDash val="solid"/>
            <a:round/>
            <a:headEnd type="none" w="med" len="med"/>
            <a:tailEnd type="none" w="med" len="med"/>
          </a:ln>
        </p:spPr>
      </p:cxnSp>
      <p:sp>
        <p:nvSpPr>
          <p:cNvPr id="1048756" name="AutoShape 7"/>
          <p:cNvSpPr/>
          <p:nvPr/>
        </p:nvSpPr>
        <p:spPr>
          <a:xfrm>
            <a:off x="1068070" y="2263140"/>
            <a:ext cx="10187940" cy="2729230"/>
          </a:xfrm>
          <a:prstGeom prst="rect">
            <a:avLst/>
          </a:prstGeom>
          <a:noFill/>
          <a:ln w="12700" cap="flat" cmpd="sng">
            <a:noFill/>
            <a:prstDash val="solid"/>
            <a:round/>
          </a:ln>
        </p:spPr>
        <p:txBody>
          <a:bodyPr vert="horz" wrap="square" lIns="0" tIns="0" rIns="0" bIns="0" rtlCol="0" anchor="ctr" anchorCtr="0"/>
          <a:p>
            <a:pPr marL="0" indent="0" algn="l">
              <a:lnSpc>
                <a:spcPct val="108000"/>
              </a:lnSpc>
            </a:pPr>
            <a:r>
              <a:rPr lang="en-US" sz="2400" b="1" i="0" u="none" strike="noStrike">
                <a:solidFill>
                  <a:srgbClr val="666666"/>
                </a:solidFill>
                <a:latin typeface="Poppins"/>
                <a:ea typeface="Poppins"/>
                <a:cs typeface="Poppins"/>
                <a:sym typeface="Poppins"/>
              </a:rPr>
              <a:t>감사합니다!  </a:t>
            </a:r>
            <a:r>
              <a:rPr lang="ko-KR" altLang="en-US" sz="2400" b="1" i="0" u="none" strike="noStrike">
                <a:solidFill>
                  <a:srgbClr val="666666"/>
                </a:solidFill>
                <a:latin typeface="Poppins"/>
                <a:ea typeface="Poppins"/>
                <a:cs typeface="Poppins"/>
                <a:sym typeface="Poppins"/>
              </a:rPr>
              <a:t>모두 즐거운 추석 보내세요!</a:t>
            </a:r>
            <a:endParaRPr lang="ko-KR" altLang="en-US" sz="2400" b="1" i="0" u="none" strike="noStrike">
              <a:solidFill>
                <a:srgbClr val="666666"/>
              </a:solidFill>
              <a:latin typeface="Poppins"/>
              <a:ea typeface="Poppins"/>
              <a:cs typeface="Poppins"/>
              <a:sym typeface="Poppins"/>
            </a:endParaRPr>
          </a:p>
          <a:p>
            <a:pPr marL="0" indent="0" algn="l">
              <a:lnSpc>
                <a:spcPct val="108000"/>
              </a:lnSpc>
            </a:pPr>
            <a:r>
              <a:rPr lang="en-US" altLang="zh-CN" sz="2400" b="1" i="0" u="none" strike="noStrike">
                <a:solidFill>
                  <a:srgbClr val="666666"/>
                </a:solidFill>
                <a:latin typeface="Poppins"/>
                <a:ea typeface="Poppins"/>
                <a:cs typeface="Poppins"/>
                <a:sym typeface="Poppins"/>
              </a:rPr>
              <a:t>Wish everyone a happy Mid-Autumn Festival!</a:t>
            </a:r>
            <a:endParaRPr lang="ko-KR" altLang="en-US" sz="2400" b="1" i="0" u="none" strike="noStrike">
              <a:solidFill>
                <a:srgbClr val="666666"/>
              </a:solidFill>
              <a:latin typeface="Poppins"/>
              <a:ea typeface="Poppins"/>
              <a:cs typeface="Poppins"/>
              <a:sym typeface="Poppins"/>
            </a:endParaRPr>
          </a:p>
          <a:p>
            <a:pPr marL="0" indent="0" algn="l">
              <a:lnSpc>
                <a:spcPct val="108000"/>
              </a:lnSpc>
            </a:pPr>
            <a:r>
              <a:rPr lang="zh-CN" altLang="ko-KR" sz="2800" b="1" i="0">
                <a:solidFill>
                  <a:srgbClr val="666666"/>
                </a:solidFill>
                <a:uFillTx/>
                <a:latin typeface="Poppins"/>
                <a:ea typeface="楷体" panose="02010609060101010101" charset="-122"/>
                <a:cs typeface="Poppins"/>
                <a:sym typeface="Poppins"/>
              </a:rPr>
              <a:t>预祝大家中秋节快乐</a:t>
            </a:r>
            <a:br>
              <a:rPr lang="en-US" sz="2800" b="1" i="0" u="none" strike="noStrike">
                <a:solidFill>
                  <a:srgbClr val="1F2329"/>
                </a:solidFill>
                <a:latin typeface="Poppins"/>
                <a:ea typeface="Poppins"/>
                <a:cs typeface="Poppins"/>
                <a:sym typeface="Poppins"/>
              </a:rPr>
            </a:br>
            <a:endParaRPr lang="en-US" sz="2800" b="1" i="0" u="none" strike="noStrike">
              <a:solidFill>
                <a:srgbClr val="1F2329"/>
              </a:solidFill>
              <a:latin typeface="Poppins"/>
              <a:ea typeface="Poppins"/>
              <a:cs typeface="Poppins"/>
              <a:sym typeface="Poppins"/>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ags/tag1.xml><?xml version="1.0" encoding="utf-8"?>
<p:tagLst xmlns:p="http://schemas.openxmlformats.org/presentationml/2006/main">
  <p:tag name="KSO_WM_DIAGRAM_VIRTUALLY_FRAME" val="{&quot;height&quot;:315.55,&quot;left&quot;:42.25,&quot;top&quot;:150,&quot;width&quot;:866.95}"/>
</p:tagLst>
</file>

<file path=ppt/tags/tag2.xml><?xml version="1.0" encoding="utf-8"?>
<p:tagLst xmlns:p="http://schemas.openxmlformats.org/presentationml/2006/main">
  <p:tag name="KSO_WM_DIAGRAM_VIRTUALLY_FRAME" val="{&quot;height&quot;:315.55,&quot;left&quot;:42.25,&quot;top&quot;:150,&quot;width&quot;:866.95}"/>
</p:tagLst>
</file>

<file path=ppt/tags/tag3.xml><?xml version="1.0" encoding="utf-8"?>
<p:tagLst xmlns:p="http://schemas.openxmlformats.org/presentationml/2006/main">
  <p:tag name="KSO_WM_DIAGRAM_VIRTUALLY_FRAME" val="{&quot;height&quot;:315.55,&quot;left&quot;:42.25,&quot;top&quot;:150,&quot;width&quot;:866.95}"/>
</p:tagLst>
</file>

<file path=ppt/tags/tag4.xml><?xml version="1.0" encoding="utf-8"?>
<p:tagLst xmlns:p="http://schemas.openxmlformats.org/presentationml/2006/main">
  <p:tag name="KSO_WM_DIAGRAM_VIRTUALLY_FRAME" val="{&quot;height&quot;:315.55,&quot;left&quot;:42.25,&quot;top&quot;:150,&quot;width&quot;:866.95}"/>
</p:tagLst>
</file>

<file path=ppt/tags/tag5.xml><?xml version="1.0" encoding="utf-8"?>
<p:tagLst xmlns:p="http://schemas.openxmlformats.org/presentationml/2006/main">
  <p:tag name="KSO_WM_DIAGRAM_VIRTUALLY_FRAME" val="{&quot;height&quot;:315.55,&quot;left&quot;:42.25,&quot;top&quot;:150,&quot;width&quot;:866.95}"/>
</p:tagLst>
</file>

<file path=ppt/tags/tag6.xml><?xml version="1.0" encoding="utf-8"?>
<p:tagLst xmlns:p="http://schemas.openxmlformats.org/presentationml/2006/main">
  <p:tag name="KSO_WM_DIAGRAM_VIRTUALLY_FRAME" val="{&quot;height&quot;:315.55,&quot;left&quot;:42.25,&quot;top&quot;:150,&quot;width&quot;:866.95}"/>
</p:tagLst>
</file>

<file path=ppt/tags/tag7.xml><?xml version="1.0" encoding="utf-8"?>
<p:tagLst xmlns:p="http://schemas.openxmlformats.org/presentationml/2006/main">
  <p:tag name="KSO_WM_DIAGRAM_VIRTUALLY_FRAME" val="{&quot;height&quot;:315.55,&quot;left&quot;:42.25,&quot;top&quot;:150,&quot;width&quot;:866.95}"/>
</p:tagLst>
</file>

<file path=ppt/tags/tag8.xml><?xml version="1.0" encoding="utf-8"?>
<p:tagLst xmlns:p="http://schemas.openxmlformats.org/presentationml/2006/main">
  <p:tag name="KSO_WM_DIAGRAM_VIRTUALLY_FRAME" val="{&quot;height&quot;:315.55,&quot;left&quot;:42.25,&quot;top&quot;:150,&quot;width&quot;:866.95}"/>
</p:tagLst>
</file>

<file path=ppt/tags/tag9.xml><?xml version="1.0" encoding="utf-8"?>
<p:tagLst xmlns:p="http://schemas.openxmlformats.org/presentationml/2006/main">
  <p:tag name="KSO_WM_DIAGRAM_VIRTUALLY_FRAME" val="{&quot;height&quot;:315.55,&quot;left&quot;:42.25,&quot;top&quot;:150,&quot;width&quot;:866.95}"/>
</p:tagLst>
</file>

<file path=ppt/tags/tag10.xml><?xml version="1.0" encoding="utf-8"?>
<p:tagLst xmlns:p="http://schemas.openxmlformats.org/presentationml/2006/main">
  <p:tag name="KSO_WM_DIAGRAM_VIRTUALLY_FRAME" val="{&quot;height&quot;:315.55,&quot;left&quot;:42.25,&quot;top&quot;:150,&quot;width&quot;:866.95}"/>
</p:tagLst>
</file>

<file path=ppt/tags/tag11.xml><?xml version="1.0" encoding="utf-8"?>
<p:tagLst xmlns:p="http://schemas.openxmlformats.org/presentationml/2006/main">
  <p:tag name="KSO_WM_DIAGRAM_VIRTUALLY_FRAME" val="{&quot;height&quot;:315.55,&quot;left&quot;:42.25,&quot;top&quot;:150,&quot;width&quot;:866.95}"/>
</p:tagLst>
</file>

<file path=ppt/tags/tag12.xml><?xml version="1.0" encoding="utf-8"?>
<p:tagLst xmlns:p="http://schemas.openxmlformats.org/presentationml/2006/main">
  <p:tag name="KSO_WM_DIAGRAM_VIRTUALLY_FRAME" val="{&quot;height&quot;:315.55,&quot;left&quot;:42.25,&quot;top&quot;:150,&quot;width&quot;:866.95}"/>
</p:tagLst>
</file>

<file path=ppt/tags/tag13.xml><?xml version="1.0" encoding="utf-8"?>
<p:tagLst xmlns:p="http://schemas.openxmlformats.org/presentationml/2006/main">
  <p:tag name="KSO_WM_DIAGRAM_VIRTUALLY_FRAME" val="{&quot;height&quot;:315.55,&quot;left&quot;:42.25,&quot;top&quot;:150,&quot;width&quot;:866.95}"/>
</p:tagLst>
</file>

<file path=ppt/tags/tag14.xml><?xml version="1.0" encoding="utf-8"?>
<p:tagLst xmlns:p="http://schemas.openxmlformats.org/presentationml/2006/main">
  <p:tag name="KSO_WM_DIAGRAM_VIRTUALLY_FRAME" val="{&quot;height&quot;:315.55,&quot;left&quot;:42.25,&quot;top&quot;:150,&quot;width&quot;:866.95}"/>
</p:tagLst>
</file>

<file path=ppt/tags/tag15.xml><?xml version="1.0" encoding="utf-8"?>
<p:tagLst xmlns:p="http://schemas.openxmlformats.org/presentationml/2006/main">
  <p:tag name="KSO_WM_DIAGRAM_VIRTUALLY_FRAME" val="{&quot;height&quot;:315.55,&quot;left&quot;:42.25,&quot;top&quot;:150,&quot;width&quot;:866.95}"/>
</p:tagLst>
</file>

<file path=ppt/tags/tag16.xml><?xml version="1.0" encoding="utf-8"?>
<p:tagLst xmlns:p="http://schemas.openxmlformats.org/presentationml/2006/main">
  <p:tag name="KSO_WM_DIAGRAM_VIRTUALLY_FRAME" val="{&quot;height&quot;:315.55,&quot;left&quot;:42.25,&quot;top&quot;:150,&quot;width&quot;:866.95}"/>
</p:tagLst>
</file>

<file path=ppt/tags/tag17.xml><?xml version="1.0" encoding="utf-8"?>
<p:tagLst xmlns:p="http://schemas.openxmlformats.org/presentationml/2006/main">
  <p:tag name="KSO_WM_DIAGRAM_VIRTUALLY_FRAME" val="{&quot;height&quot;:315.55,&quot;left&quot;:42.25,&quot;top&quot;:150,&quot;width&quot;:866.95}"/>
</p:tagLst>
</file>

<file path=ppt/tags/tag18.xml><?xml version="1.0" encoding="utf-8"?>
<p:tagLst xmlns:p="http://schemas.openxmlformats.org/presentationml/2006/main">
  <p:tag name="KSO_WM_DIAGRAM_VIRTUALLY_FRAME" val="{&quot;height&quot;:315.55,&quot;left&quot;:42.25,&quot;top&quot;:150,&quot;width&quot;:866.95}"/>
</p:tagLst>
</file>

<file path=ppt/tags/tag19.xml><?xml version="1.0" encoding="utf-8"?>
<p:tagLst xmlns:p="http://schemas.openxmlformats.org/presentationml/2006/main">
  <p:tag name="KSO_WM_DIAGRAM_VIRTUALLY_FRAME" val="{&quot;height&quot;:286.55,&quot;left&quot;:288.05,&quot;top&quot;:245,&quot;width&quot;:595.9}"/>
</p:tagLst>
</file>

<file path=ppt/tags/tag20.xml><?xml version="1.0" encoding="utf-8"?>
<p:tagLst xmlns:p="http://schemas.openxmlformats.org/presentationml/2006/main">
  <p:tag name="KSO_WM_DIAGRAM_VIRTUALLY_FRAME" val="{&quot;height&quot;:286.55,&quot;left&quot;:288.05,&quot;top&quot;:245,&quot;width&quot;:595.9}"/>
</p:tagLst>
</file>

<file path=ppt/tags/tag21.xml><?xml version="1.0" encoding="utf-8"?>
<p:tagLst xmlns:p="http://schemas.openxmlformats.org/presentationml/2006/main">
  <p:tag name="KSO_WM_DIAGRAM_VIRTUALLY_FRAME" val="{&quot;height&quot;:286.55,&quot;left&quot;:288.05,&quot;top&quot;:245,&quot;width&quot;:595.9}"/>
</p:tagLst>
</file>

<file path=ppt/tags/tag22.xml><?xml version="1.0" encoding="utf-8"?>
<p:tagLst xmlns:p="http://schemas.openxmlformats.org/presentationml/2006/main">
  <p:tag name="KSO_WM_DIAGRAM_VIRTUALLY_FRAME" val="{&quot;height&quot;:286.55,&quot;left&quot;:288.05,&quot;top&quot;:245,&quot;width&quot;:595.9}"/>
</p:tagLst>
</file>

<file path=ppt/tags/tag23.xml><?xml version="1.0" encoding="utf-8"?>
<p:tagLst xmlns:p="http://schemas.openxmlformats.org/presentationml/2006/main">
  <p:tag name="KSO_WM_DIAGRAM_VIRTUALLY_FRAME" val="{&quot;height&quot;:286.55,&quot;left&quot;:288.05,&quot;top&quot;:245,&quot;width&quot;:595.9}"/>
</p:tagLst>
</file>

<file path=ppt/tags/tag24.xml><?xml version="1.0" encoding="utf-8"?>
<p:tagLst xmlns:p="http://schemas.openxmlformats.org/presentationml/2006/main">
  <p:tag name="KSO_WM_DIAGRAM_VIRTUALLY_FRAME" val="{&quot;height&quot;:286.55,&quot;left&quot;:288.05,&quot;top&quot;:245,&quot;width&quot;:595.9}"/>
</p:tagLst>
</file>

<file path=ppt/tags/tag25.xml><?xml version="1.0" encoding="utf-8"?>
<p:tagLst xmlns:p="http://schemas.openxmlformats.org/presentationml/2006/main">
  <p:tag name="KSO_WM_DIAGRAM_VIRTUALLY_FRAME" val="{&quot;height&quot;:286.55,&quot;left&quot;:288.05,&quot;top&quot;:245,&quot;width&quot;:595.9}"/>
</p:tagLst>
</file>

<file path=ppt/tags/tag26.xml><?xml version="1.0" encoding="utf-8"?>
<p:tagLst xmlns:p="http://schemas.openxmlformats.org/presentationml/2006/main">
  <p:tag name="KSO_WM_DIAGRAM_VIRTUALLY_FRAME" val="{&quot;height&quot;:286.55,&quot;left&quot;:288.05,&quot;top&quot;:245,&quot;width&quot;:595.9}"/>
</p:tagLst>
</file>

<file path=ppt/tags/tag27.xml><?xml version="1.0" encoding="utf-8"?>
<p:tagLst xmlns:p="http://schemas.openxmlformats.org/presentationml/2006/main">
  <p:tag name="KSO_WM_DIAGRAM_VIRTUALLY_FRAME" val="{&quot;height&quot;:286.55,&quot;left&quot;:288.05,&quot;top&quot;:245,&quot;width&quot;:595.9}"/>
</p:tagLst>
</file>

<file path=ppt/tags/tag28.xml><?xml version="1.0" encoding="utf-8"?>
<p:tagLst xmlns:p="http://schemas.openxmlformats.org/presentationml/2006/main">
  <p:tag name="KSO_WM_DIAGRAM_VIRTUALLY_FRAME" val="{&quot;height&quot;:286.55,&quot;left&quot;:288.05,&quot;top&quot;:245,&quot;width&quot;:595.9}"/>
</p:tagLst>
</file>

<file path=ppt/tags/tag29.xml><?xml version="1.0" encoding="utf-8"?>
<p:tagLst xmlns:p="http://schemas.openxmlformats.org/presentationml/2006/main">
  <p:tag name="KSO_WM_DIAGRAM_VIRTUALLY_FRAME" val="{&quot;height&quot;:286.55,&quot;left&quot;:288.05,&quot;top&quot;:245,&quot;width&quot;:595.9}"/>
</p:tagLst>
</file>

<file path=ppt/tags/tag30.xml><?xml version="1.0" encoding="utf-8"?>
<p:tagLst xmlns:p="http://schemas.openxmlformats.org/presentationml/2006/main">
  <p:tag name="KSO_WM_DIAGRAM_VIRTUALLY_FRAME" val="{&quot;height&quot;:286.55,&quot;left&quot;:288.05,&quot;top&quot;:245,&quot;width&quot;:595.9}"/>
</p:tagLst>
</file>

<file path=ppt/tags/tag31.xml><?xml version="1.0" encoding="utf-8"?>
<p:tagLst xmlns:p="http://schemas.openxmlformats.org/presentationml/2006/main">
  <p:tag name="KSO_WM_DIAGRAM_VIRTUALLY_FRAME" val="{&quot;height&quot;:395.9,&quot;left&quot;:419.05,&quot;top&quot;:116.8,&quot;width&quot;:518.8500000000001}"/>
</p:tagLst>
</file>

<file path=ppt/tags/tag32.xml><?xml version="1.0" encoding="utf-8"?>
<p:tagLst xmlns:p="http://schemas.openxmlformats.org/presentationml/2006/main">
  <p:tag name="KSO_WM_DIAGRAM_VIRTUALLY_FRAME" val="{&quot;height&quot;:395.9,&quot;left&quot;:419.05,&quot;top&quot;:116.8,&quot;width&quot;:518.8500000000001}"/>
</p:tagLst>
</file>

<file path=ppt/tags/tag33.xml><?xml version="1.0" encoding="utf-8"?>
<p:tagLst xmlns:p="http://schemas.openxmlformats.org/presentationml/2006/main">
  <p:tag name="KSO_WM_DIAGRAM_VIRTUALLY_FRAME" val="{&quot;height&quot;:395.9,&quot;left&quot;:419.05,&quot;top&quot;:116.8,&quot;width&quot;:518.8500000000001}"/>
</p:tagLst>
</file>

<file path=ppt/tags/tag34.xml><?xml version="1.0" encoding="utf-8"?>
<p:tagLst xmlns:p="http://schemas.openxmlformats.org/presentationml/2006/main">
  <p:tag name="KSO_WM_DIAGRAM_VIRTUALLY_FRAME" val="{&quot;height&quot;:395.9,&quot;left&quot;:419.05,&quot;top&quot;:116.8,&quot;width&quot;:518.8500000000001}"/>
</p:tagLst>
</file>

<file path=ppt/tags/tag35.xml><?xml version="1.0" encoding="utf-8"?>
<p:tagLst xmlns:p="http://schemas.openxmlformats.org/presentationml/2006/main">
  <p:tag name="KSO_WM_DIAGRAM_VIRTUALLY_FRAME" val="{&quot;height&quot;:395.9,&quot;left&quot;:419.05,&quot;top&quot;:116.8,&quot;width&quot;:518.8500000000001}"/>
</p:tagLst>
</file>

<file path=ppt/tags/tag36.xml><?xml version="1.0" encoding="utf-8"?>
<p:tagLst xmlns:p="http://schemas.openxmlformats.org/presentationml/2006/main">
  <p:tag name="KSO_WM_DIAGRAM_VIRTUALLY_FRAME" val="{&quot;height&quot;:395.9,&quot;left&quot;:419.05,&quot;top&quot;:116.8,&quot;width&quot;:518.8500000000001}"/>
</p:tagLst>
</file>

<file path=ppt/tags/tag37.xml><?xml version="1.0" encoding="utf-8"?>
<p:tagLst xmlns:p="http://schemas.openxmlformats.org/presentationml/2006/main">
  <p:tag name="KSO_WM_DIAGRAM_VIRTUALLY_FRAME" val="{&quot;height&quot;:395.9,&quot;left&quot;:419.05,&quot;top&quot;:116.8,&quot;width&quot;:518.8500000000001}"/>
</p:tagLst>
</file>

<file path=ppt/tags/tag38.xml><?xml version="1.0" encoding="utf-8"?>
<p:tagLst xmlns:p="http://schemas.openxmlformats.org/presentationml/2006/main">
  <p:tag name="KSO_WM_DIAGRAM_VIRTUALLY_FRAME" val="{&quot;height&quot;:395.9,&quot;left&quot;:419.05,&quot;top&quot;:116.8,&quot;width&quot;:518.8500000000001}"/>
</p:tagLst>
</file>

<file path=ppt/tags/tag39.xml><?xml version="1.0" encoding="utf-8"?>
<p:tagLst xmlns:p="http://schemas.openxmlformats.org/presentationml/2006/main">
  <p:tag name="KSO_WM_DIAGRAM_VIRTUALLY_FRAME" val="{&quot;height&quot;:395.9,&quot;left&quot;:419.05,&quot;top&quot;:116.8,&quot;width&quot;:518.8500000000001}"/>
</p:tagLst>
</file>

<file path=ppt/tags/tag40.xml><?xml version="1.0" encoding="utf-8"?>
<p:tagLst xmlns:p="http://schemas.openxmlformats.org/presentationml/2006/main">
  <p:tag name="KSO_WM_DIAGRAM_VIRTUALLY_FRAME" val="{&quot;height&quot;:395.9,&quot;left&quot;:419.05,&quot;top&quot;:116.8,&quot;width&quot;:518.8500000000001}"/>
</p:tagLst>
</file>

<file path=ppt/tags/tag41.xml><?xml version="1.0" encoding="utf-8"?>
<p:tagLst xmlns:p="http://schemas.openxmlformats.org/presentationml/2006/main">
  <p:tag name="KSO_WM_DIAGRAM_VIRTUALLY_FRAME" val="{&quot;height&quot;:395.9,&quot;left&quot;:419.05,&quot;top&quot;:116.8,&quot;width&quot;:518.8500000000001}"/>
</p:tagLst>
</file>

<file path=ppt/tags/tag42.xml><?xml version="1.0" encoding="utf-8"?>
<p:tagLst xmlns:p="http://schemas.openxmlformats.org/presentationml/2006/main">
  <p:tag name="KSO_WM_DIAGRAM_VIRTUALLY_FRAME" val="{&quot;height&quot;:395.9,&quot;left&quot;:419.05,&quot;top&quot;:116.8,&quot;width&quot;:518.8500000000001}"/>
</p:tagLst>
</file>

<file path=ppt/tags/tag43.xml><?xml version="1.0" encoding="utf-8"?>
<p:tagLst xmlns:p="http://schemas.openxmlformats.org/presentationml/2006/main">
  <p:tag name="KSO_WM_DIAGRAM_VIRTUALLY_FRAME" val="{&quot;height&quot;:395.9,&quot;left&quot;:419.05,&quot;top&quot;:116.8,&quot;width&quot;:518.8500000000001}"/>
</p:tagLst>
</file>

<file path=ppt/tags/tag44.xml><?xml version="1.0" encoding="utf-8"?>
<p:tagLst xmlns:p="http://schemas.openxmlformats.org/presentationml/2006/main">
  <p:tag name="KSO_WM_DIAGRAM_VIRTUALLY_FRAME" val="{&quot;height&quot;:395.9,&quot;left&quot;:419.05,&quot;top&quot;:116.8,&quot;width&quot;:518.8500000000001}"/>
</p:tagLst>
</file>

<file path=ppt/tags/tag45.xml><?xml version="1.0" encoding="utf-8"?>
<p:tagLst xmlns:p="http://schemas.openxmlformats.org/presentationml/2006/main">
  <p:tag name="KSO_WM_DIAGRAM_VIRTUALLY_FRAME" val="{&quot;height&quot;:395.9,&quot;left&quot;:419.05,&quot;top&quot;:116.8,&quot;width&quot;:518.8500000000001}"/>
</p:tagLst>
</file>

<file path=ppt/tags/tag46.xml><?xml version="1.0" encoding="utf-8"?>
<p:tagLst xmlns:p="http://schemas.openxmlformats.org/presentationml/2006/main">
  <p:tag name="KSO_WM_DIAGRAM_VIRTUALLY_FRAME" val="{&quot;height&quot;:395.9,&quot;left&quot;:419.05,&quot;top&quot;:116.8,&quot;width&quot;:518.8500000000001}"/>
</p:tagLst>
</file>

<file path=ppt/tags/tag47.xml><?xml version="1.0" encoding="utf-8"?>
<p:tagLst xmlns:p="http://schemas.openxmlformats.org/presentationml/2006/main">
  <p:tag name="KSO_WM_DIAGRAM_VIRTUALLY_FRAME" val="{&quot;height&quot;:380,&quot;left&quot;:60,&quot;top&quot;:120,&quot;width&quot;:840}"/>
</p:tagLst>
</file>

<file path=ppt/tags/tag48.xml><?xml version="1.0" encoding="utf-8"?>
<p:tagLst xmlns:p="http://schemas.openxmlformats.org/presentationml/2006/main">
  <p:tag name="KSO_WM_DIAGRAM_VIRTUALLY_FRAME" val="{&quot;height&quot;:380,&quot;left&quot;:60,&quot;top&quot;:120,&quot;width&quot;:840}"/>
</p:tagLst>
</file>

<file path=ppt/tags/tag49.xml><?xml version="1.0" encoding="utf-8"?>
<p:tagLst xmlns:p="http://schemas.openxmlformats.org/presentationml/2006/main">
  <p:tag name="KSO_WM_DIAGRAM_VIRTUALLY_FRAME" val="{&quot;height&quot;:380,&quot;left&quot;:60,&quot;top&quot;:120,&quot;width&quot;:840}"/>
</p:tagLst>
</file>

<file path=ppt/tags/tag50.xml><?xml version="1.0" encoding="utf-8"?>
<p:tagLst xmlns:p="http://schemas.openxmlformats.org/presentationml/2006/main">
  <p:tag name="KSO_WM_DIAGRAM_VIRTUALLY_FRAME" val="{&quot;height&quot;:380,&quot;left&quot;:60,&quot;top&quot;:120,&quot;width&quot;:840}"/>
</p:tagLst>
</file>

<file path=ppt/tags/tag51.xml><?xml version="1.0" encoding="utf-8"?>
<p:tagLst xmlns:p="http://schemas.openxmlformats.org/presentationml/2006/main">
  <p:tag name="KSO_WM_DIAGRAM_VIRTUALLY_FRAME" val="{&quot;height&quot;:380,&quot;left&quot;:60,&quot;top&quot;:120,&quot;width&quot;:840}"/>
</p:tagLst>
</file>

<file path=ppt/tags/tag52.xml><?xml version="1.0" encoding="utf-8"?>
<p:tagLst xmlns:p="http://schemas.openxmlformats.org/presentationml/2006/main">
  <p:tag name="KSO_WM_DIAGRAM_VIRTUALLY_FRAME" val="{&quot;height&quot;:380,&quot;left&quot;:60,&quot;top&quot;:120,&quot;width&quot;:840}"/>
</p:tagLst>
</file>

<file path=ppt/tags/tag53.xml><?xml version="1.0" encoding="utf-8"?>
<p:tagLst xmlns:p="http://schemas.openxmlformats.org/presentationml/2006/main">
  <p:tag name="KSO_WM_DIAGRAM_VIRTUALLY_FRAME" val="{&quot;height&quot;:380,&quot;left&quot;:60,&quot;top&quot;:120,&quot;width&quot;:840}"/>
</p:tagLst>
</file>

<file path=ppt/tags/tag54.xml><?xml version="1.0" encoding="utf-8"?>
<p:tagLst xmlns:p="http://schemas.openxmlformats.org/presentationml/2006/main">
  <p:tag name="KSO_WM_DIAGRAM_VIRTUALLY_FRAME" val="{&quot;height&quot;:380,&quot;left&quot;:60,&quot;top&quot;:120,&quot;width&quot;:840}"/>
</p:tagLst>
</file>

<file path=ppt/tags/tag55.xml><?xml version="1.0" encoding="utf-8"?>
<p:tagLst xmlns:p="http://schemas.openxmlformats.org/presentationml/2006/main">
  <p:tag name="KSO_WM_DIAGRAM_VIRTUALLY_FRAME" val="{&quot;height&quot;:396.1,&quot;left&quot;:53.25,&quot;top&quot;:123.9,&quot;width&quot;:846.75}"/>
</p:tagLst>
</file>

<file path=ppt/tags/tag56.xml><?xml version="1.0" encoding="utf-8"?>
<p:tagLst xmlns:p="http://schemas.openxmlformats.org/presentationml/2006/main">
  <p:tag name="KSO_WM_DIAGRAM_VIRTUALLY_FRAME" val="{&quot;height&quot;:396.1,&quot;left&quot;:53.25,&quot;top&quot;:123.9,&quot;width&quot;:846.75}"/>
</p:tagLst>
</file>

<file path=ppt/tags/tag57.xml><?xml version="1.0" encoding="utf-8"?>
<p:tagLst xmlns:p="http://schemas.openxmlformats.org/presentationml/2006/main">
  <p:tag name="KSO_WM_DIAGRAM_VIRTUALLY_FRAME" val="{&quot;height&quot;:396.1,&quot;left&quot;:53.25,&quot;top&quot;:123.9,&quot;width&quot;:846.75}"/>
</p:tagLst>
</file>

<file path=ppt/tags/tag58.xml><?xml version="1.0" encoding="utf-8"?>
<p:tagLst xmlns:p="http://schemas.openxmlformats.org/presentationml/2006/main">
  <p:tag name="KSO_WM_DIAGRAM_VIRTUALLY_FRAME" val="{&quot;height&quot;:396.1,&quot;left&quot;:53.25,&quot;top&quot;:123.9,&quot;width&quot;:846.75}"/>
</p:tagLst>
</file>

<file path=ppt/tags/tag59.xml><?xml version="1.0" encoding="utf-8"?>
<p:tagLst xmlns:p="http://schemas.openxmlformats.org/presentationml/2006/main">
  <p:tag name="KSO_WM_DIAGRAM_VIRTUALLY_FRAME" val="{&quot;height&quot;:396.1,&quot;left&quot;:53.25,&quot;top&quot;:123.9,&quot;width&quot;:846.75}"/>
</p:tagLst>
</file>

<file path=ppt/tags/tag60.xml><?xml version="1.0" encoding="utf-8"?>
<p:tagLst xmlns:p="http://schemas.openxmlformats.org/presentationml/2006/main">
  <p:tag name="KSO_WM_DIAGRAM_VIRTUALLY_FRAME" val="{&quot;height&quot;:396.1,&quot;left&quot;:53.25,&quot;top&quot;:123.9,&quot;width&quot;:846.75}"/>
</p:tagLst>
</file>

<file path=ppt/tags/tag61.xml><?xml version="1.0" encoding="utf-8"?>
<p:tagLst xmlns:p="http://schemas.openxmlformats.org/presentationml/2006/main">
  <p:tag name="KSO_WM_DIAGRAM_VIRTUALLY_FRAME" val="{&quot;height&quot;:396.1,&quot;left&quot;:53.25,&quot;top&quot;:123.9,&quot;width&quot;:846.75}"/>
</p:tagLst>
</file>

<file path=ppt/tags/tag62.xml><?xml version="1.0" encoding="utf-8"?>
<p:tagLst xmlns:p="http://schemas.openxmlformats.org/presentationml/2006/main">
  <p:tag name="KSO_WM_DIAGRAM_VIRTUALLY_FRAME" val="{&quot;height&quot;:396.1,&quot;left&quot;:53.25,&quot;top&quot;:123.9,&quot;width&quot;:846.75}"/>
</p:tagLst>
</file>

<file path=ppt/tags/tag63.xml><?xml version="1.0" encoding="utf-8"?>
<p:tagLst xmlns:p="http://schemas.openxmlformats.org/presentationml/2006/main">
  <p:tag name="KSO_WM_DIAGRAM_VIRTUALLY_FRAME" val="{&quot;height&quot;:396.1,&quot;left&quot;:53.25,&quot;top&quot;:123.9,&quot;width&quot;:846.75}"/>
</p:tagLst>
</file>

<file path=ppt/tags/tag64.xml><?xml version="1.0" encoding="utf-8"?>
<p:tagLst xmlns:p="http://schemas.openxmlformats.org/presentationml/2006/main">
  <p:tag name="KSO_WM_DIAGRAM_VIRTUALLY_FRAME" val="{&quot;height&quot;:396.1,&quot;left&quot;:53.25,&quot;top&quot;:123.9,&quot;width&quot;:846.75}"/>
</p:tagLst>
</file>

<file path=ppt/tags/tag65.xml><?xml version="1.0" encoding="utf-8"?>
<p:tagLst xmlns:p="http://schemas.openxmlformats.org/presentationml/2006/main">
  <p:tag name="KSO_WM_DIAGRAM_VIRTUALLY_FRAME" val="{&quot;height&quot;:396.1,&quot;left&quot;:53.25,&quot;top&quot;:123.9,&quot;width&quot;:846.75}"/>
</p:tagLst>
</file>

<file path=ppt/tags/tag66.xml><?xml version="1.0" encoding="utf-8"?>
<p:tagLst xmlns:p="http://schemas.openxmlformats.org/presentationml/2006/main">
  <p:tag name="KSO_WM_DIAGRAM_VIRTUALLY_FRAME" val="{&quot;height&quot;:495.85,&quot;left&quot;:60,&quot;top&quot;:130,&quot;width&quot;:853.45}"/>
</p:tagLst>
</file>

<file path=ppt/tags/tag67.xml><?xml version="1.0" encoding="utf-8"?>
<p:tagLst xmlns:p="http://schemas.openxmlformats.org/presentationml/2006/main">
  <p:tag name="KSO_WM_DIAGRAM_VIRTUALLY_FRAME" val="{&quot;height&quot;:495.85,&quot;left&quot;:60,&quot;top&quot;:130,&quot;width&quot;:853.4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5973</Words>
  <Application>WPS 演示</Application>
  <PresentationFormat/>
  <Paragraphs>216</Paragraphs>
  <Slides>12</Slides>
  <Notes>0</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12</vt:i4>
      </vt:variant>
    </vt:vector>
  </HeadingPairs>
  <TitlesOfParts>
    <vt:vector size="30" baseType="lpstr">
      <vt:lpstr>Arial</vt:lpstr>
      <vt:lpstr>宋体</vt:lpstr>
      <vt:lpstr>Wingdings</vt:lpstr>
      <vt:lpstr>Arial</vt:lpstr>
      <vt:lpstr>Poppins</vt:lpstr>
      <vt:lpstr>Noto Sans SC</vt:lpstr>
      <vt:lpstr>Noto Sans KR</vt:lpstr>
      <vt:lpstr>微软雅黑</vt:lpstr>
      <vt:lpstr>Arial Unicode MS</vt:lpstr>
      <vt:lpstr>Noto Sans KR</vt:lpstr>
      <vt:lpstr>Poppins</vt:lpstr>
      <vt:lpstr>BatangChe</vt:lpstr>
      <vt:lpstr>A new day begins</vt:lpstr>
      <vt:lpstr>Saturday Sans Regular</vt:lpstr>
      <vt:lpstr>楷体</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HBP-AL00</dc:creator>
  <cp:lastModifiedBy>瀟</cp:lastModifiedBy>
  <cp:revision>22</cp:revision>
  <dcterms:created xsi:type="dcterms:W3CDTF">2026-09-17T13:03:00Z</dcterms:created>
  <dcterms:modified xsi:type="dcterms:W3CDTF">2026-09-22T11:56:01Z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{"Label":"1","ContentProducer":"001191110102MACQD9K64010000","ProduceID":"7686469780589890519","ReservedCode1":"","ContentPropagator":"","PropagateID":"","ReservedCode2":""}</vt:lpwstr>
  </property>
  <property fmtid="{D5CDD505-2E9C-101B-9397-08002B2CF9AE}" pid="3" name="ICV">
    <vt:lpwstr>6CF9FB0F10A04F84BB9A5316AA0B0C7E_13</vt:lpwstr>
  </property>
  <property fmtid="{D5CDD505-2E9C-101B-9397-08002B2CF9AE}" pid="4" name="KSOProductBuildVer">
    <vt:lpwstr>2052-12.1.0.28505</vt:lpwstr>
  </property>
</Properties>
</file>